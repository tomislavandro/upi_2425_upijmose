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71" r:id="rId7"/>
    <p:sldId id="272" r:id="rId8"/>
    <p:sldId id="264" r:id="rId9"/>
    <p:sldId id="273" r:id="rId10"/>
    <p:sldId id="287" r:id="rId11"/>
    <p:sldId id="268" r:id="rId12"/>
    <p:sldId id="292" r:id="rId13"/>
    <p:sldId id="291" r:id="rId14"/>
    <p:sldId id="290" r:id="rId15"/>
    <p:sldId id="279" r:id="rId16"/>
    <p:sldId id="280" r:id="rId17"/>
    <p:sldId id="281" r:id="rId18"/>
    <p:sldId id="283" r:id="rId19"/>
    <p:sldId id="285" r:id="rId20"/>
    <p:sldId id="278" r:id="rId21"/>
    <p:sldId id="275" r:id="rId22"/>
    <p:sldId id="276" r:id="rId23"/>
    <p:sldId id="286" r:id="rId24"/>
    <p:sldId id="284" r:id="rId25"/>
    <p:sldId id="274" r:id="rId2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2E6"/>
    <a:srgbClr val="EDC1FF"/>
    <a:srgbClr val="C74551"/>
    <a:srgbClr val="FFFFFF"/>
    <a:srgbClr val="E6ACB2"/>
    <a:srgbClr val="03033A"/>
    <a:srgbClr val="FBFBFB"/>
    <a:srgbClr val="35D8B1"/>
    <a:srgbClr val="70AD47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C7752-31B9-35A1-17A3-07496C59DF13}" v="48" dt="2025-01-27T19:56:10.704"/>
    <p1510:client id="{34A26B0B-02D3-C8EC-2EC4-F21EA07DDE8D}" v="480" dt="2025-01-27T20:22:47.972"/>
    <p1510:client id="{49F19A4D-FE6F-4678-C886-8E07BBBC833E}" v="370" dt="2025-01-27T19:48:00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edran\Desktop\UPI\mjere_produktivnosti_upi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/>
          </c:spPr>
          <c:invertIfNegative val="0"/>
          <c:cat>
            <c:strRef>
              <c:f>[mjere_produktivnosti_upi.xlsx]Sheet1!$A$85:$A$89</c:f>
              <c:strCache>
                <c:ptCount val="5"/>
                <c:pt idx="0">
                  <c:v>US1</c:v>
                </c:pt>
                <c:pt idx="1">
                  <c:v>US2</c:v>
                </c:pt>
                <c:pt idx="2">
                  <c:v>US3</c:v>
                </c:pt>
                <c:pt idx="3">
                  <c:v>US4</c:v>
                </c:pt>
                <c:pt idx="4">
                  <c:v>US5</c:v>
                </c:pt>
              </c:strCache>
            </c:strRef>
          </c:cat>
          <c:val>
            <c:numRef>
              <c:f>[mjere_produktivnosti_upi.xlsx]Sheet1!$E$85:$E$89</c:f>
              <c:numCache>
                <c:formatCode>General</c:formatCode>
                <c:ptCount val="5"/>
                <c:pt idx="0">
                  <c:v>0.66666666666666663</c:v>
                </c:pt>
                <c:pt idx="1">
                  <c:v>2.4</c:v>
                </c:pt>
                <c:pt idx="2">
                  <c:v>1</c:v>
                </c:pt>
                <c:pt idx="3">
                  <c:v>1.7142857142857142</c:v>
                </c:pt>
                <c:pt idx="4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38-426C-9368-3E34821B9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6405040"/>
        <c:axId val="746405584"/>
      </c:barChart>
      <c:catAx>
        <c:axId val="746405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746405584"/>
        <c:crosses val="autoZero"/>
        <c:auto val="1"/>
        <c:lblAlgn val="ctr"/>
        <c:lblOffset val="100"/>
        <c:noMultiLvlLbl val="0"/>
      </c:catAx>
      <c:valAx>
        <c:axId val="746405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r-Latn-RS"/>
          </a:p>
        </c:txPr>
        <c:crossAx val="746405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>
          <a:lumMod val="95000"/>
        </a:schemeClr>
      </a:solidFill>
      <a:round/>
    </a:ln>
    <a:effectLst/>
  </c:spPr>
  <c:txPr>
    <a:bodyPr/>
    <a:lstStyle/>
    <a:p>
      <a:pPr>
        <a:defRPr/>
      </a:pPr>
      <a:endParaRPr lang="sr-Latn-R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6A6AB-4728-4A9F-92CE-6C56DA0FFE97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D862-088A-4EEB-BAFA-A04E3291F6B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2746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a00a88a2fe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a00a88a2fe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382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601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242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10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235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a00a88a2fe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a00a88a2fe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560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43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694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6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405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593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087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696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9700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226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1564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163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582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4356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60443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subTitle" idx="1"/>
          </p:nvPr>
        </p:nvSpPr>
        <p:spPr>
          <a:xfrm>
            <a:off x="945567" y="2367233"/>
            <a:ext cx="36460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subTitle" idx="2"/>
          </p:nvPr>
        </p:nvSpPr>
        <p:spPr>
          <a:xfrm>
            <a:off x="7595033" y="2366400"/>
            <a:ext cx="36460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3"/>
          </p:nvPr>
        </p:nvSpPr>
        <p:spPr>
          <a:xfrm>
            <a:off x="945567" y="4718368"/>
            <a:ext cx="36460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4"/>
          </p:nvPr>
        </p:nvSpPr>
        <p:spPr>
          <a:xfrm>
            <a:off x="7586000" y="4718367"/>
            <a:ext cx="36460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5" hasCustomPrompt="1"/>
          </p:nvPr>
        </p:nvSpPr>
        <p:spPr>
          <a:xfrm>
            <a:off x="4593049" y="1820600"/>
            <a:ext cx="10708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title" idx="6" hasCustomPrompt="1"/>
          </p:nvPr>
        </p:nvSpPr>
        <p:spPr>
          <a:xfrm>
            <a:off x="4591567" y="4172733"/>
            <a:ext cx="10708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7" hasCustomPrompt="1"/>
          </p:nvPr>
        </p:nvSpPr>
        <p:spPr>
          <a:xfrm>
            <a:off x="6531627" y="1820600"/>
            <a:ext cx="1063600" cy="59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8" hasCustomPrompt="1"/>
          </p:nvPr>
        </p:nvSpPr>
        <p:spPr>
          <a:xfrm>
            <a:off x="6524235" y="4172733"/>
            <a:ext cx="106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9"/>
          </p:nvPr>
        </p:nvSpPr>
        <p:spPr>
          <a:xfrm>
            <a:off x="945567" y="1821433"/>
            <a:ext cx="364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accent3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13"/>
          </p:nvPr>
        </p:nvSpPr>
        <p:spPr>
          <a:xfrm>
            <a:off x="945567" y="4172733"/>
            <a:ext cx="364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accent3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subTitle" idx="14"/>
          </p:nvPr>
        </p:nvSpPr>
        <p:spPr>
          <a:xfrm>
            <a:off x="7595033" y="1820600"/>
            <a:ext cx="364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accent3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ubTitle" idx="15"/>
          </p:nvPr>
        </p:nvSpPr>
        <p:spPr>
          <a:xfrm>
            <a:off x="7586000" y="4172733"/>
            <a:ext cx="36460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667" b="1">
                <a:solidFill>
                  <a:schemeClr val="accent3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361322" y="6138676"/>
            <a:ext cx="805753" cy="539037"/>
          </a:xfrm>
          <a:custGeom>
            <a:avLst/>
            <a:gdLst/>
            <a:ahLst/>
            <a:cxnLst/>
            <a:rect l="l" t="t" r="r" b="b"/>
            <a:pathLst>
              <a:path w="604315" h="404278" extrusionOk="0">
                <a:moveTo>
                  <a:pt x="210927" y="363844"/>
                </a:moveTo>
                <a:cubicBezTo>
                  <a:pt x="516013" y="504624"/>
                  <a:pt x="705179" y="246687"/>
                  <a:pt x="547445" y="66569"/>
                </a:cubicBezTo>
                <a:cubicBezTo>
                  <a:pt x="389616" y="-113549"/>
                  <a:pt x="-359144" y="100859"/>
                  <a:pt x="210927" y="363844"/>
                </a:cubicBezTo>
                <a:close/>
              </a:path>
            </a:pathLst>
          </a:custGeom>
          <a:solidFill>
            <a:srgbClr val="F8BF66">
              <a:alpha val="170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9009811" y="6262805"/>
            <a:ext cx="3914504" cy="594687"/>
          </a:xfrm>
          <a:custGeom>
            <a:avLst/>
            <a:gdLst/>
            <a:ahLst/>
            <a:cxnLst/>
            <a:rect l="l" t="t" r="r" b="b"/>
            <a:pathLst>
              <a:path w="1555432" h="334094" extrusionOk="0">
                <a:moveTo>
                  <a:pt x="0" y="334095"/>
                </a:moveTo>
                <a:lnTo>
                  <a:pt x="1555432" y="334095"/>
                </a:lnTo>
                <a:cubicBezTo>
                  <a:pt x="1555528" y="334095"/>
                  <a:pt x="636842" y="-417618"/>
                  <a:pt x="0" y="334095"/>
                </a:cubicBezTo>
                <a:close/>
              </a:path>
            </a:pathLst>
          </a:custGeom>
          <a:solidFill>
            <a:srgbClr val="F8BF66">
              <a:alpha val="170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/>
          <p:nvPr/>
        </p:nvSpPr>
        <p:spPr>
          <a:xfrm rot="10800000">
            <a:off x="-8" y="13"/>
            <a:ext cx="1167075" cy="2110520"/>
          </a:xfrm>
          <a:custGeom>
            <a:avLst/>
            <a:gdLst/>
            <a:ahLst/>
            <a:cxnLst/>
            <a:rect l="l" t="t" r="r" b="b"/>
            <a:pathLst>
              <a:path w="2555638" h="2904385" extrusionOk="0">
                <a:moveTo>
                  <a:pt x="2555639" y="80128"/>
                </a:moveTo>
                <a:lnTo>
                  <a:pt x="2555639" y="2904386"/>
                </a:lnTo>
                <a:cubicBezTo>
                  <a:pt x="1982519" y="2860190"/>
                  <a:pt x="385367" y="2681215"/>
                  <a:pt x="88092" y="2074568"/>
                </a:cubicBezTo>
                <a:cubicBezTo>
                  <a:pt x="-275382" y="1332475"/>
                  <a:pt x="558437" y="861464"/>
                  <a:pt x="1265763" y="819935"/>
                </a:cubicBezTo>
                <a:cubicBezTo>
                  <a:pt x="1265763" y="819935"/>
                  <a:pt x="1030591" y="-304396"/>
                  <a:pt x="2555639" y="80128"/>
                </a:cubicBezTo>
                <a:close/>
              </a:path>
            </a:pathLst>
          </a:custGeom>
          <a:solidFill>
            <a:srgbClr val="F8BF66">
              <a:alpha val="170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85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0731-DF5F-4646-8A1C-BEB711A14D51}" type="datetimeFigureOut">
              <a:rPr lang="hr-HR" smtClean="0"/>
              <a:t>28.1.2025.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86DA5-2BE9-4A62-8B84-635C86B0D23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2679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5818456" y="2064187"/>
            <a:ext cx="5473600" cy="1533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hr-HR" sz="5333" dirty="0"/>
              <a:t>Aplikacija za recenzije putovanja</a:t>
            </a:r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5580690" y="4719806"/>
            <a:ext cx="5473600" cy="71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r"/>
            <a:r>
              <a:rPr lang="hr-HR" b="1" dirty="0"/>
              <a:t>FINAL DEMO PREZENTACIJA</a:t>
            </a:r>
            <a:endParaRPr b="1" dirty="0"/>
          </a:p>
        </p:txBody>
      </p:sp>
      <p:sp>
        <p:nvSpPr>
          <p:cNvPr id="57" name="Google Shape;57;p15"/>
          <p:cNvSpPr/>
          <p:nvPr/>
        </p:nvSpPr>
        <p:spPr>
          <a:xfrm rot="-1953409">
            <a:off x="1917209" y="313863"/>
            <a:ext cx="1054360" cy="909092"/>
          </a:xfrm>
          <a:custGeom>
            <a:avLst/>
            <a:gdLst/>
            <a:ahLst/>
            <a:cxnLst/>
            <a:rect l="l" t="t" r="r" b="b"/>
            <a:pathLst>
              <a:path w="17608" h="15182" extrusionOk="0">
                <a:moveTo>
                  <a:pt x="3326" y="0"/>
                </a:moveTo>
                <a:lnTo>
                  <a:pt x="3116" y="21"/>
                </a:lnTo>
                <a:lnTo>
                  <a:pt x="2907" y="63"/>
                </a:lnTo>
                <a:lnTo>
                  <a:pt x="2719" y="125"/>
                </a:lnTo>
                <a:lnTo>
                  <a:pt x="2531" y="188"/>
                </a:lnTo>
                <a:lnTo>
                  <a:pt x="2343" y="293"/>
                </a:lnTo>
                <a:lnTo>
                  <a:pt x="2175" y="397"/>
                </a:lnTo>
                <a:lnTo>
                  <a:pt x="2029" y="523"/>
                </a:lnTo>
                <a:lnTo>
                  <a:pt x="1883" y="669"/>
                </a:lnTo>
                <a:lnTo>
                  <a:pt x="1757" y="836"/>
                </a:lnTo>
                <a:lnTo>
                  <a:pt x="1632" y="1004"/>
                </a:lnTo>
                <a:lnTo>
                  <a:pt x="1527" y="1192"/>
                </a:lnTo>
                <a:lnTo>
                  <a:pt x="1444" y="1380"/>
                </a:lnTo>
                <a:lnTo>
                  <a:pt x="1381" y="1589"/>
                </a:lnTo>
                <a:lnTo>
                  <a:pt x="63" y="6880"/>
                </a:lnTo>
                <a:lnTo>
                  <a:pt x="22" y="7089"/>
                </a:lnTo>
                <a:lnTo>
                  <a:pt x="1" y="7298"/>
                </a:lnTo>
                <a:lnTo>
                  <a:pt x="1" y="7507"/>
                </a:lnTo>
                <a:lnTo>
                  <a:pt x="43" y="7716"/>
                </a:lnTo>
                <a:lnTo>
                  <a:pt x="84" y="7925"/>
                </a:lnTo>
                <a:lnTo>
                  <a:pt x="126" y="8114"/>
                </a:lnTo>
                <a:lnTo>
                  <a:pt x="210" y="8302"/>
                </a:lnTo>
                <a:lnTo>
                  <a:pt x="314" y="8490"/>
                </a:lnTo>
                <a:lnTo>
                  <a:pt x="419" y="8657"/>
                </a:lnTo>
                <a:lnTo>
                  <a:pt x="544" y="8804"/>
                </a:lnTo>
                <a:lnTo>
                  <a:pt x="691" y="8950"/>
                </a:lnTo>
                <a:lnTo>
                  <a:pt x="858" y="9075"/>
                </a:lnTo>
                <a:lnTo>
                  <a:pt x="1025" y="9201"/>
                </a:lnTo>
                <a:lnTo>
                  <a:pt x="1214" y="9305"/>
                </a:lnTo>
                <a:lnTo>
                  <a:pt x="1402" y="9389"/>
                </a:lnTo>
                <a:lnTo>
                  <a:pt x="1611" y="9452"/>
                </a:lnTo>
                <a:lnTo>
                  <a:pt x="5542" y="10435"/>
                </a:lnTo>
                <a:lnTo>
                  <a:pt x="6630" y="15181"/>
                </a:lnTo>
                <a:lnTo>
                  <a:pt x="9808" y="11480"/>
                </a:lnTo>
                <a:lnTo>
                  <a:pt x="13677" y="12442"/>
                </a:lnTo>
                <a:lnTo>
                  <a:pt x="13886" y="12484"/>
                </a:lnTo>
                <a:lnTo>
                  <a:pt x="14095" y="12505"/>
                </a:lnTo>
                <a:lnTo>
                  <a:pt x="14304" y="12505"/>
                </a:lnTo>
                <a:lnTo>
                  <a:pt x="14513" y="12484"/>
                </a:lnTo>
                <a:lnTo>
                  <a:pt x="14701" y="12442"/>
                </a:lnTo>
                <a:lnTo>
                  <a:pt x="14910" y="12379"/>
                </a:lnTo>
                <a:lnTo>
                  <a:pt x="15099" y="12317"/>
                </a:lnTo>
                <a:lnTo>
                  <a:pt x="15266" y="12212"/>
                </a:lnTo>
                <a:lnTo>
                  <a:pt x="15433" y="12108"/>
                </a:lnTo>
                <a:lnTo>
                  <a:pt x="15600" y="11961"/>
                </a:lnTo>
                <a:lnTo>
                  <a:pt x="15747" y="11836"/>
                </a:lnTo>
                <a:lnTo>
                  <a:pt x="15872" y="11668"/>
                </a:lnTo>
                <a:lnTo>
                  <a:pt x="15977" y="11501"/>
                </a:lnTo>
                <a:lnTo>
                  <a:pt x="16081" y="11313"/>
                </a:lnTo>
                <a:lnTo>
                  <a:pt x="16165" y="11125"/>
                </a:lnTo>
                <a:lnTo>
                  <a:pt x="16228" y="10916"/>
                </a:lnTo>
                <a:lnTo>
                  <a:pt x="17545" y="5625"/>
                </a:lnTo>
                <a:lnTo>
                  <a:pt x="17587" y="5416"/>
                </a:lnTo>
                <a:lnTo>
                  <a:pt x="17608" y="5186"/>
                </a:lnTo>
                <a:lnTo>
                  <a:pt x="17608" y="4977"/>
                </a:lnTo>
                <a:lnTo>
                  <a:pt x="17587" y="4789"/>
                </a:lnTo>
                <a:lnTo>
                  <a:pt x="17545" y="4580"/>
                </a:lnTo>
                <a:lnTo>
                  <a:pt x="17482" y="4391"/>
                </a:lnTo>
                <a:lnTo>
                  <a:pt x="17399" y="4203"/>
                </a:lnTo>
                <a:lnTo>
                  <a:pt x="17315" y="4015"/>
                </a:lnTo>
                <a:lnTo>
                  <a:pt x="17190" y="3848"/>
                </a:lnTo>
                <a:lnTo>
                  <a:pt x="17064" y="3701"/>
                </a:lnTo>
                <a:lnTo>
                  <a:pt x="16918" y="3555"/>
                </a:lnTo>
                <a:lnTo>
                  <a:pt x="16771" y="3429"/>
                </a:lnTo>
                <a:lnTo>
                  <a:pt x="16604" y="3304"/>
                </a:lnTo>
                <a:lnTo>
                  <a:pt x="16416" y="3199"/>
                </a:lnTo>
                <a:lnTo>
                  <a:pt x="16228" y="3116"/>
                </a:lnTo>
                <a:lnTo>
                  <a:pt x="16019" y="3053"/>
                </a:lnTo>
                <a:lnTo>
                  <a:pt x="3953" y="63"/>
                </a:lnTo>
                <a:lnTo>
                  <a:pt x="3744" y="21"/>
                </a:lnTo>
                <a:lnTo>
                  <a:pt x="3535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8" name="Google Shape;58;p15"/>
          <p:cNvSpPr/>
          <p:nvPr/>
        </p:nvSpPr>
        <p:spPr>
          <a:xfrm rot="-1953409">
            <a:off x="2209522" y="532103"/>
            <a:ext cx="356943" cy="330655"/>
          </a:xfrm>
          <a:custGeom>
            <a:avLst/>
            <a:gdLst/>
            <a:ahLst/>
            <a:cxnLst/>
            <a:rect l="l" t="t" r="r" b="b"/>
            <a:pathLst>
              <a:path w="5961" h="5522" extrusionOk="0">
                <a:moveTo>
                  <a:pt x="1527" y="1"/>
                </a:moveTo>
                <a:lnTo>
                  <a:pt x="1360" y="22"/>
                </a:lnTo>
                <a:lnTo>
                  <a:pt x="1213" y="64"/>
                </a:lnTo>
                <a:lnTo>
                  <a:pt x="1067" y="105"/>
                </a:lnTo>
                <a:lnTo>
                  <a:pt x="921" y="168"/>
                </a:lnTo>
                <a:lnTo>
                  <a:pt x="795" y="231"/>
                </a:lnTo>
                <a:lnTo>
                  <a:pt x="649" y="315"/>
                </a:lnTo>
                <a:lnTo>
                  <a:pt x="544" y="419"/>
                </a:lnTo>
                <a:lnTo>
                  <a:pt x="419" y="524"/>
                </a:lnTo>
                <a:lnTo>
                  <a:pt x="335" y="649"/>
                </a:lnTo>
                <a:lnTo>
                  <a:pt x="231" y="775"/>
                </a:lnTo>
                <a:lnTo>
                  <a:pt x="168" y="921"/>
                </a:lnTo>
                <a:lnTo>
                  <a:pt x="105" y="1067"/>
                </a:lnTo>
                <a:lnTo>
                  <a:pt x="63" y="1214"/>
                </a:lnTo>
                <a:lnTo>
                  <a:pt x="22" y="1381"/>
                </a:lnTo>
                <a:lnTo>
                  <a:pt x="1" y="1527"/>
                </a:lnTo>
                <a:lnTo>
                  <a:pt x="1" y="1695"/>
                </a:lnTo>
                <a:lnTo>
                  <a:pt x="22" y="1841"/>
                </a:lnTo>
                <a:lnTo>
                  <a:pt x="42" y="1987"/>
                </a:lnTo>
                <a:lnTo>
                  <a:pt x="84" y="2134"/>
                </a:lnTo>
                <a:lnTo>
                  <a:pt x="147" y="2259"/>
                </a:lnTo>
                <a:lnTo>
                  <a:pt x="210" y="2406"/>
                </a:lnTo>
                <a:lnTo>
                  <a:pt x="2092" y="5521"/>
                </a:lnTo>
                <a:lnTo>
                  <a:pt x="5228" y="3639"/>
                </a:lnTo>
                <a:lnTo>
                  <a:pt x="5354" y="3556"/>
                </a:lnTo>
                <a:lnTo>
                  <a:pt x="5458" y="3472"/>
                </a:lnTo>
                <a:lnTo>
                  <a:pt x="5563" y="3368"/>
                </a:lnTo>
                <a:lnTo>
                  <a:pt x="5647" y="3242"/>
                </a:lnTo>
                <a:lnTo>
                  <a:pt x="5730" y="3117"/>
                </a:lnTo>
                <a:lnTo>
                  <a:pt x="5814" y="2970"/>
                </a:lnTo>
                <a:lnTo>
                  <a:pt x="5877" y="2845"/>
                </a:lnTo>
                <a:lnTo>
                  <a:pt x="5918" y="2677"/>
                </a:lnTo>
                <a:lnTo>
                  <a:pt x="5939" y="2531"/>
                </a:lnTo>
                <a:lnTo>
                  <a:pt x="5960" y="2364"/>
                </a:lnTo>
                <a:lnTo>
                  <a:pt x="5960" y="2197"/>
                </a:lnTo>
                <a:lnTo>
                  <a:pt x="5939" y="2050"/>
                </a:lnTo>
                <a:lnTo>
                  <a:pt x="5918" y="1883"/>
                </a:lnTo>
                <a:lnTo>
                  <a:pt x="5856" y="1736"/>
                </a:lnTo>
                <a:lnTo>
                  <a:pt x="5814" y="1611"/>
                </a:lnTo>
                <a:lnTo>
                  <a:pt x="5730" y="1465"/>
                </a:lnTo>
                <a:lnTo>
                  <a:pt x="5647" y="1339"/>
                </a:lnTo>
                <a:lnTo>
                  <a:pt x="5542" y="1214"/>
                </a:lnTo>
                <a:lnTo>
                  <a:pt x="5437" y="1109"/>
                </a:lnTo>
                <a:lnTo>
                  <a:pt x="5312" y="1005"/>
                </a:lnTo>
                <a:lnTo>
                  <a:pt x="5187" y="921"/>
                </a:lnTo>
                <a:lnTo>
                  <a:pt x="5040" y="837"/>
                </a:lnTo>
                <a:lnTo>
                  <a:pt x="4894" y="775"/>
                </a:lnTo>
                <a:lnTo>
                  <a:pt x="4747" y="733"/>
                </a:lnTo>
                <a:lnTo>
                  <a:pt x="4517" y="691"/>
                </a:lnTo>
                <a:lnTo>
                  <a:pt x="4308" y="691"/>
                </a:lnTo>
                <a:lnTo>
                  <a:pt x="4078" y="712"/>
                </a:lnTo>
                <a:lnTo>
                  <a:pt x="3869" y="754"/>
                </a:lnTo>
                <a:lnTo>
                  <a:pt x="3681" y="837"/>
                </a:lnTo>
                <a:lnTo>
                  <a:pt x="3493" y="942"/>
                </a:lnTo>
                <a:lnTo>
                  <a:pt x="3325" y="1067"/>
                </a:lnTo>
                <a:lnTo>
                  <a:pt x="3179" y="1214"/>
                </a:lnTo>
                <a:lnTo>
                  <a:pt x="3095" y="1005"/>
                </a:lnTo>
                <a:lnTo>
                  <a:pt x="3012" y="816"/>
                </a:lnTo>
                <a:lnTo>
                  <a:pt x="2886" y="649"/>
                </a:lnTo>
                <a:lnTo>
                  <a:pt x="2761" y="482"/>
                </a:lnTo>
                <a:lnTo>
                  <a:pt x="2594" y="335"/>
                </a:lnTo>
                <a:lnTo>
                  <a:pt x="2405" y="210"/>
                </a:lnTo>
                <a:lnTo>
                  <a:pt x="2217" y="126"/>
                </a:lnTo>
                <a:lnTo>
                  <a:pt x="2008" y="43"/>
                </a:lnTo>
                <a:lnTo>
                  <a:pt x="1841" y="22"/>
                </a:lnTo>
                <a:lnTo>
                  <a:pt x="167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59" name="Google Shape;59;p15"/>
          <p:cNvSpPr/>
          <p:nvPr/>
        </p:nvSpPr>
        <p:spPr>
          <a:xfrm rot="-2310683">
            <a:off x="3202113" y="3446069"/>
            <a:ext cx="1984785" cy="2701033"/>
          </a:xfrm>
          <a:custGeom>
            <a:avLst/>
            <a:gdLst/>
            <a:ahLst/>
            <a:cxnLst/>
            <a:rect l="l" t="t" r="r" b="b"/>
            <a:pathLst>
              <a:path w="33145" h="45106" extrusionOk="0">
                <a:moveTo>
                  <a:pt x="23797" y="1"/>
                </a:moveTo>
                <a:lnTo>
                  <a:pt x="23379" y="43"/>
                </a:lnTo>
                <a:lnTo>
                  <a:pt x="22919" y="105"/>
                </a:lnTo>
                <a:lnTo>
                  <a:pt x="22458" y="210"/>
                </a:lnTo>
                <a:lnTo>
                  <a:pt x="21978" y="335"/>
                </a:lnTo>
                <a:lnTo>
                  <a:pt x="21476" y="503"/>
                </a:lnTo>
                <a:lnTo>
                  <a:pt x="20974" y="712"/>
                </a:lnTo>
                <a:lnTo>
                  <a:pt x="20472" y="921"/>
                </a:lnTo>
                <a:lnTo>
                  <a:pt x="19949" y="1172"/>
                </a:lnTo>
                <a:lnTo>
                  <a:pt x="19426" y="1465"/>
                </a:lnTo>
                <a:lnTo>
                  <a:pt x="18883" y="1757"/>
                </a:lnTo>
                <a:lnTo>
                  <a:pt x="18339" y="2092"/>
                </a:lnTo>
                <a:lnTo>
                  <a:pt x="17795" y="2447"/>
                </a:lnTo>
                <a:lnTo>
                  <a:pt x="17252" y="2824"/>
                </a:lnTo>
                <a:lnTo>
                  <a:pt x="16687" y="3200"/>
                </a:lnTo>
                <a:lnTo>
                  <a:pt x="16122" y="3618"/>
                </a:lnTo>
                <a:lnTo>
                  <a:pt x="15558" y="4058"/>
                </a:lnTo>
                <a:lnTo>
                  <a:pt x="14429" y="4957"/>
                </a:lnTo>
                <a:lnTo>
                  <a:pt x="13279" y="5940"/>
                </a:lnTo>
                <a:lnTo>
                  <a:pt x="12149" y="6943"/>
                </a:lnTo>
                <a:lnTo>
                  <a:pt x="11020" y="8010"/>
                </a:lnTo>
                <a:lnTo>
                  <a:pt x="9933" y="9097"/>
                </a:lnTo>
                <a:lnTo>
                  <a:pt x="8845" y="10184"/>
                </a:lnTo>
                <a:lnTo>
                  <a:pt x="7800" y="11293"/>
                </a:lnTo>
                <a:lnTo>
                  <a:pt x="6796" y="12422"/>
                </a:lnTo>
                <a:lnTo>
                  <a:pt x="5834" y="13509"/>
                </a:lnTo>
                <a:lnTo>
                  <a:pt x="4914" y="14597"/>
                </a:lnTo>
                <a:lnTo>
                  <a:pt x="4057" y="15642"/>
                </a:lnTo>
                <a:lnTo>
                  <a:pt x="3262" y="16646"/>
                </a:lnTo>
                <a:lnTo>
                  <a:pt x="2551" y="17608"/>
                </a:lnTo>
                <a:lnTo>
                  <a:pt x="1903" y="18507"/>
                </a:lnTo>
                <a:lnTo>
                  <a:pt x="1338" y="19344"/>
                </a:lnTo>
                <a:lnTo>
                  <a:pt x="857" y="20075"/>
                </a:lnTo>
                <a:lnTo>
                  <a:pt x="481" y="20745"/>
                </a:lnTo>
                <a:lnTo>
                  <a:pt x="335" y="21037"/>
                </a:lnTo>
                <a:lnTo>
                  <a:pt x="209" y="21309"/>
                </a:lnTo>
                <a:lnTo>
                  <a:pt x="105" y="21560"/>
                </a:lnTo>
                <a:lnTo>
                  <a:pt x="42" y="21769"/>
                </a:lnTo>
                <a:lnTo>
                  <a:pt x="0" y="21936"/>
                </a:lnTo>
                <a:lnTo>
                  <a:pt x="0" y="22104"/>
                </a:lnTo>
                <a:lnTo>
                  <a:pt x="63" y="23003"/>
                </a:lnTo>
                <a:lnTo>
                  <a:pt x="146" y="23902"/>
                </a:lnTo>
                <a:lnTo>
                  <a:pt x="272" y="24801"/>
                </a:lnTo>
                <a:lnTo>
                  <a:pt x="439" y="25659"/>
                </a:lnTo>
                <a:lnTo>
                  <a:pt x="627" y="26516"/>
                </a:lnTo>
                <a:lnTo>
                  <a:pt x="857" y="27373"/>
                </a:lnTo>
                <a:lnTo>
                  <a:pt x="1108" y="28189"/>
                </a:lnTo>
                <a:lnTo>
                  <a:pt x="1380" y="29025"/>
                </a:lnTo>
                <a:lnTo>
                  <a:pt x="1673" y="29820"/>
                </a:lnTo>
                <a:lnTo>
                  <a:pt x="2007" y="30615"/>
                </a:lnTo>
                <a:lnTo>
                  <a:pt x="2363" y="31388"/>
                </a:lnTo>
                <a:lnTo>
                  <a:pt x="2739" y="32141"/>
                </a:lnTo>
                <a:lnTo>
                  <a:pt x="3116" y="32894"/>
                </a:lnTo>
                <a:lnTo>
                  <a:pt x="3534" y="33626"/>
                </a:lnTo>
                <a:lnTo>
                  <a:pt x="3952" y="34358"/>
                </a:lnTo>
                <a:lnTo>
                  <a:pt x="4391" y="35048"/>
                </a:lnTo>
                <a:lnTo>
                  <a:pt x="4851" y="35738"/>
                </a:lnTo>
                <a:lnTo>
                  <a:pt x="5311" y="36428"/>
                </a:lnTo>
                <a:lnTo>
                  <a:pt x="5771" y="37076"/>
                </a:lnTo>
                <a:lnTo>
                  <a:pt x="6252" y="37724"/>
                </a:lnTo>
                <a:lnTo>
                  <a:pt x="6754" y="38352"/>
                </a:lnTo>
                <a:lnTo>
                  <a:pt x="7256" y="38958"/>
                </a:lnTo>
                <a:lnTo>
                  <a:pt x="8260" y="40150"/>
                </a:lnTo>
                <a:lnTo>
                  <a:pt x="9264" y="41258"/>
                </a:lnTo>
                <a:lnTo>
                  <a:pt x="10246" y="42325"/>
                </a:lnTo>
                <a:lnTo>
                  <a:pt x="11229" y="43308"/>
                </a:lnTo>
                <a:lnTo>
                  <a:pt x="12170" y="44249"/>
                </a:lnTo>
                <a:lnTo>
                  <a:pt x="12672" y="44374"/>
                </a:lnTo>
                <a:lnTo>
                  <a:pt x="13195" y="44479"/>
                </a:lnTo>
                <a:lnTo>
                  <a:pt x="14240" y="44667"/>
                </a:lnTo>
                <a:lnTo>
                  <a:pt x="15328" y="44834"/>
                </a:lnTo>
                <a:lnTo>
                  <a:pt x="16436" y="44939"/>
                </a:lnTo>
                <a:lnTo>
                  <a:pt x="17565" y="45022"/>
                </a:lnTo>
                <a:lnTo>
                  <a:pt x="18715" y="45085"/>
                </a:lnTo>
                <a:lnTo>
                  <a:pt x="19886" y="45106"/>
                </a:lnTo>
                <a:lnTo>
                  <a:pt x="21057" y="45106"/>
                </a:lnTo>
                <a:lnTo>
                  <a:pt x="22208" y="45085"/>
                </a:lnTo>
                <a:lnTo>
                  <a:pt x="23379" y="45043"/>
                </a:lnTo>
                <a:lnTo>
                  <a:pt x="24529" y="45001"/>
                </a:lnTo>
                <a:lnTo>
                  <a:pt x="25679" y="44939"/>
                </a:lnTo>
                <a:lnTo>
                  <a:pt x="27874" y="44792"/>
                </a:lnTo>
                <a:lnTo>
                  <a:pt x="29966" y="44625"/>
                </a:lnTo>
                <a:lnTo>
                  <a:pt x="30488" y="41948"/>
                </a:lnTo>
                <a:lnTo>
                  <a:pt x="31032" y="39167"/>
                </a:lnTo>
                <a:lnTo>
                  <a:pt x="31555" y="36344"/>
                </a:lnTo>
                <a:lnTo>
                  <a:pt x="31806" y="34922"/>
                </a:lnTo>
                <a:lnTo>
                  <a:pt x="32036" y="33458"/>
                </a:lnTo>
                <a:lnTo>
                  <a:pt x="32266" y="32016"/>
                </a:lnTo>
                <a:lnTo>
                  <a:pt x="32475" y="30552"/>
                </a:lnTo>
                <a:lnTo>
                  <a:pt x="32642" y="29109"/>
                </a:lnTo>
                <a:lnTo>
                  <a:pt x="32809" y="27645"/>
                </a:lnTo>
                <a:lnTo>
                  <a:pt x="32935" y="26181"/>
                </a:lnTo>
                <a:lnTo>
                  <a:pt x="33039" y="24718"/>
                </a:lnTo>
                <a:lnTo>
                  <a:pt x="33102" y="23254"/>
                </a:lnTo>
                <a:lnTo>
                  <a:pt x="33144" y="21811"/>
                </a:lnTo>
                <a:lnTo>
                  <a:pt x="33144" y="20368"/>
                </a:lnTo>
                <a:lnTo>
                  <a:pt x="33102" y="18946"/>
                </a:lnTo>
                <a:lnTo>
                  <a:pt x="33019" y="17524"/>
                </a:lnTo>
                <a:lnTo>
                  <a:pt x="32893" y="16123"/>
                </a:lnTo>
                <a:lnTo>
                  <a:pt x="32809" y="15433"/>
                </a:lnTo>
                <a:lnTo>
                  <a:pt x="32705" y="14743"/>
                </a:lnTo>
                <a:lnTo>
                  <a:pt x="32600" y="14053"/>
                </a:lnTo>
                <a:lnTo>
                  <a:pt x="32475" y="13363"/>
                </a:lnTo>
                <a:lnTo>
                  <a:pt x="32329" y="12694"/>
                </a:lnTo>
                <a:lnTo>
                  <a:pt x="32182" y="12025"/>
                </a:lnTo>
                <a:lnTo>
                  <a:pt x="32015" y="11355"/>
                </a:lnTo>
                <a:lnTo>
                  <a:pt x="31848" y="10707"/>
                </a:lnTo>
                <a:lnTo>
                  <a:pt x="31659" y="10038"/>
                </a:lnTo>
                <a:lnTo>
                  <a:pt x="31450" y="9390"/>
                </a:lnTo>
                <a:lnTo>
                  <a:pt x="31220" y="8763"/>
                </a:lnTo>
                <a:lnTo>
                  <a:pt x="30969" y="8135"/>
                </a:lnTo>
                <a:lnTo>
                  <a:pt x="30718" y="7508"/>
                </a:lnTo>
                <a:lnTo>
                  <a:pt x="30447" y="6881"/>
                </a:lnTo>
                <a:lnTo>
                  <a:pt x="30154" y="6274"/>
                </a:lnTo>
                <a:lnTo>
                  <a:pt x="29840" y="5668"/>
                </a:lnTo>
                <a:lnTo>
                  <a:pt x="29506" y="5082"/>
                </a:lnTo>
                <a:lnTo>
                  <a:pt x="29171" y="4497"/>
                </a:lnTo>
                <a:lnTo>
                  <a:pt x="28815" y="3911"/>
                </a:lnTo>
                <a:lnTo>
                  <a:pt x="28418" y="3347"/>
                </a:lnTo>
                <a:lnTo>
                  <a:pt x="28021" y="2782"/>
                </a:lnTo>
                <a:lnTo>
                  <a:pt x="27603" y="2238"/>
                </a:lnTo>
                <a:lnTo>
                  <a:pt x="27163" y="1695"/>
                </a:lnTo>
                <a:lnTo>
                  <a:pt x="26703" y="1172"/>
                </a:lnTo>
                <a:lnTo>
                  <a:pt x="26411" y="879"/>
                </a:lnTo>
                <a:lnTo>
                  <a:pt x="26097" y="628"/>
                </a:lnTo>
                <a:lnTo>
                  <a:pt x="25762" y="419"/>
                </a:lnTo>
                <a:lnTo>
                  <a:pt x="25407" y="252"/>
                </a:lnTo>
                <a:lnTo>
                  <a:pt x="25031" y="126"/>
                </a:lnTo>
                <a:lnTo>
                  <a:pt x="24633" y="63"/>
                </a:lnTo>
                <a:lnTo>
                  <a:pt x="24236" y="22"/>
                </a:lnTo>
                <a:lnTo>
                  <a:pt x="23797" y="1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" name="Google Shape;60;p15"/>
          <p:cNvSpPr/>
          <p:nvPr/>
        </p:nvSpPr>
        <p:spPr>
          <a:xfrm rot="-2310683">
            <a:off x="2327139" y="4715528"/>
            <a:ext cx="1229735" cy="748883"/>
          </a:xfrm>
          <a:custGeom>
            <a:avLst/>
            <a:gdLst/>
            <a:ahLst/>
            <a:cxnLst/>
            <a:rect l="l" t="t" r="r" b="b"/>
            <a:pathLst>
              <a:path w="20536" h="12506" extrusionOk="0">
                <a:moveTo>
                  <a:pt x="3828" y="1"/>
                </a:moveTo>
                <a:lnTo>
                  <a:pt x="3305" y="42"/>
                </a:lnTo>
                <a:lnTo>
                  <a:pt x="2824" y="126"/>
                </a:lnTo>
                <a:lnTo>
                  <a:pt x="2385" y="231"/>
                </a:lnTo>
                <a:lnTo>
                  <a:pt x="1966" y="377"/>
                </a:lnTo>
                <a:lnTo>
                  <a:pt x="1611" y="565"/>
                </a:lnTo>
                <a:lnTo>
                  <a:pt x="1276" y="774"/>
                </a:lnTo>
                <a:lnTo>
                  <a:pt x="984" y="1004"/>
                </a:lnTo>
                <a:lnTo>
                  <a:pt x="712" y="1255"/>
                </a:lnTo>
                <a:lnTo>
                  <a:pt x="503" y="1527"/>
                </a:lnTo>
                <a:lnTo>
                  <a:pt x="314" y="1820"/>
                </a:lnTo>
                <a:lnTo>
                  <a:pt x="168" y="2133"/>
                </a:lnTo>
                <a:lnTo>
                  <a:pt x="84" y="2426"/>
                </a:lnTo>
                <a:lnTo>
                  <a:pt x="22" y="2719"/>
                </a:lnTo>
                <a:lnTo>
                  <a:pt x="1" y="3012"/>
                </a:lnTo>
                <a:lnTo>
                  <a:pt x="22" y="3304"/>
                </a:lnTo>
                <a:lnTo>
                  <a:pt x="84" y="3618"/>
                </a:lnTo>
                <a:lnTo>
                  <a:pt x="168" y="3911"/>
                </a:lnTo>
                <a:lnTo>
                  <a:pt x="294" y="4225"/>
                </a:lnTo>
                <a:lnTo>
                  <a:pt x="461" y="4517"/>
                </a:lnTo>
                <a:lnTo>
                  <a:pt x="670" y="4810"/>
                </a:lnTo>
                <a:lnTo>
                  <a:pt x="900" y="5103"/>
                </a:lnTo>
                <a:lnTo>
                  <a:pt x="1193" y="5396"/>
                </a:lnTo>
                <a:lnTo>
                  <a:pt x="1527" y="5647"/>
                </a:lnTo>
                <a:lnTo>
                  <a:pt x="1883" y="5897"/>
                </a:lnTo>
                <a:lnTo>
                  <a:pt x="2301" y="6148"/>
                </a:lnTo>
                <a:lnTo>
                  <a:pt x="2761" y="6357"/>
                </a:lnTo>
                <a:lnTo>
                  <a:pt x="3263" y="6546"/>
                </a:lnTo>
                <a:lnTo>
                  <a:pt x="3807" y="6713"/>
                </a:lnTo>
                <a:lnTo>
                  <a:pt x="5291" y="7152"/>
                </a:lnTo>
                <a:lnTo>
                  <a:pt x="6023" y="7382"/>
                </a:lnTo>
                <a:lnTo>
                  <a:pt x="6734" y="7612"/>
                </a:lnTo>
                <a:lnTo>
                  <a:pt x="7424" y="7863"/>
                </a:lnTo>
                <a:lnTo>
                  <a:pt x="8135" y="8135"/>
                </a:lnTo>
                <a:lnTo>
                  <a:pt x="8804" y="8428"/>
                </a:lnTo>
                <a:lnTo>
                  <a:pt x="9473" y="8720"/>
                </a:lnTo>
                <a:lnTo>
                  <a:pt x="10143" y="9055"/>
                </a:lnTo>
                <a:lnTo>
                  <a:pt x="10770" y="9411"/>
                </a:lnTo>
                <a:lnTo>
                  <a:pt x="11418" y="9787"/>
                </a:lnTo>
                <a:lnTo>
                  <a:pt x="12025" y="10184"/>
                </a:lnTo>
                <a:lnTo>
                  <a:pt x="12652" y="10623"/>
                </a:lnTo>
                <a:lnTo>
                  <a:pt x="13237" y="11104"/>
                </a:lnTo>
                <a:lnTo>
                  <a:pt x="13823" y="11606"/>
                </a:lnTo>
                <a:lnTo>
                  <a:pt x="14388" y="12150"/>
                </a:lnTo>
                <a:lnTo>
                  <a:pt x="14513" y="12234"/>
                </a:lnTo>
                <a:lnTo>
                  <a:pt x="14618" y="12317"/>
                </a:lnTo>
                <a:lnTo>
                  <a:pt x="14743" y="12380"/>
                </a:lnTo>
                <a:lnTo>
                  <a:pt x="14848" y="12443"/>
                </a:lnTo>
                <a:lnTo>
                  <a:pt x="14994" y="12464"/>
                </a:lnTo>
                <a:lnTo>
                  <a:pt x="15119" y="12505"/>
                </a:lnTo>
                <a:lnTo>
                  <a:pt x="15391" y="12505"/>
                </a:lnTo>
                <a:lnTo>
                  <a:pt x="15684" y="12464"/>
                </a:lnTo>
                <a:lnTo>
                  <a:pt x="15977" y="12380"/>
                </a:lnTo>
                <a:lnTo>
                  <a:pt x="16290" y="12254"/>
                </a:lnTo>
                <a:lnTo>
                  <a:pt x="16604" y="12087"/>
                </a:lnTo>
                <a:lnTo>
                  <a:pt x="16939" y="11899"/>
                </a:lnTo>
                <a:lnTo>
                  <a:pt x="17252" y="11669"/>
                </a:lnTo>
                <a:lnTo>
                  <a:pt x="17566" y="11397"/>
                </a:lnTo>
                <a:lnTo>
                  <a:pt x="17901" y="11104"/>
                </a:lnTo>
                <a:lnTo>
                  <a:pt x="18193" y="10812"/>
                </a:lnTo>
                <a:lnTo>
                  <a:pt x="18507" y="10477"/>
                </a:lnTo>
                <a:lnTo>
                  <a:pt x="18800" y="10121"/>
                </a:lnTo>
                <a:lnTo>
                  <a:pt x="19072" y="9766"/>
                </a:lnTo>
                <a:lnTo>
                  <a:pt x="19323" y="9390"/>
                </a:lnTo>
                <a:lnTo>
                  <a:pt x="19574" y="9013"/>
                </a:lnTo>
                <a:lnTo>
                  <a:pt x="19804" y="8637"/>
                </a:lnTo>
                <a:lnTo>
                  <a:pt x="19992" y="8260"/>
                </a:lnTo>
                <a:lnTo>
                  <a:pt x="20159" y="7863"/>
                </a:lnTo>
                <a:lnTo>
                  <a:pt x="20305" y="7487"/>
                </a:lnTo>
                <a:lnTo>
                  <a:pt x="20410" y="7131"/>
                </a:lnTo>
                <a:lnTo>
                  <a:pt x="20494" y="6776"/>
                </a:lnTo>
                <a:lnTo>
                  <a:pt x="20535" y="6441"/>
                </a:lnTo>
                <a:lnTo>
                  <a:pt x="20535" y="6127"/>
                </a:lnTo>
                <a:lnTo>
                  <a:pt x="20494" y="5814"/>
                </a:lnTo>
                <a:lnTo>
                  <a:pt x="20452" y="5688"/>
                </a:lnTo>
                <a:lnTo>
                  <a:pt x="20410" y="5542"/>
                </a:lnTo>
                <a:lnTo>
                  <a:pt x="20347" y="5417"/>
                </a:lnTo>
                <a:lnTo>
                  <a:pt x="20285" y="5312"/>
                </a:lnTo>
                <a:lnTo>
                  <a:pt x="20201" y="5186"/>
                </a:lnTo>
                <a:lnTo>
                  <a:pt x="20096" y="5082"/>
                </a:lnTo>
                <a:lnTo>
                  <a:pt x="19992" y="4998"/>
                </a:lnTo>
                <a:lnTo>
                  <a:pt x="19866" y="4915"/>
                </a:lnTo>
                <a:lnTo>
                  <a:pt x="19741" y="4831"/>
                </a:lnTo>
                <a:lnTo>
                  <a:pt x="19594" y="4768"/>
                </a:lnTo>
                <a:lnTo>
                  <a:pt x="17963" y="4141"/>
                </a:lnTo>
                <a:lnTo>
                  <a:pt x="16332" y="3555"/>
                </a:lnTo>
                <a:lnTo>
                  <a:pt x="14680" y="2970"/>
                </a:lnTo>
                <a:lnTo>
                  <a:pt x="13007" y="2405"/>
                </a:lnTo>
                <a:lnTo>
                  <a:pt x="11335" y="1841"/>
                </a:lnTo>
                <a:lnTo>
                  <a:pt x="9641" y="1318"/>
                </a:lnTo>
                <a:lnTo>
                  <a:pt x="7926" y="816"/>
                </a:lnTo>
                <a:lnTo>
                  <a:pt x="6211" y="314"/>
                </a:lnTo>
                <a:lnTo>
                  <a:pt x="5563" y="168"/>
                </a:lnTo>
                <a:lnTo>
                  <a:pt x="4957" y="63"/>
                </a:lnTo>
                <a:lnTo>
                  <a:pt x="4371" y="1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1" name="Google Shape;61;p15"/>
          <p:cNvSpPr/>
          <p:nvPr/>
        </p:nvSpPr>
        <p:spPr>
          <a:xfrm rot="-2310683">
            <a:off x="2736480" y="5205517"/>
            <a:ext cx="1372433" cy="820263"/>
          </a:xfrm>
          <a:custGeom>
            <a:avLst/>
            <a:gdLst/>
            <a:ahLst/>
            <a:cxnLst/>
            <a:rect l="l" t="t" r="r" b="b"/>
            <a:pathLst>
              <a:path w="22919" h="13698" extrusionOk="0">
                <a:moveTo>
                  <a:pt x="3994" y="1"/>
                </a:moveTo>
                <a:lnTo>
                  <a:pt x="3409" y="22"/>
                </a:lnTo>
                <a:lnTo>
                  <a:pt x="2865" y="84"/>
                </a:lnTo>
                <a:lnTo>
                  <a:pt x="2363" y="189"/>
                </a:lnTo>
                <a:lnTo>
                  <a:pt x="1903" y="335"/>
                </a:lnTo>
                <a:lnTo>
                  <a:pt x="1506" y="523"/>
                </a:lnTo>
                <a:lnTo>
                  <a:pt x="1318" y="628"/>
                </a:lnTo>
                <a:lnTo>
                  <a:pt x="1130" y="732"/>
                </a:lnTo>
                <a:lnTo>
                  <a:pt x="983" y="858"/>
                </a:lnTo>
                <a:lnTo>
                  <a:pt x="816" y="983"/>
                </a:lnTo>
                <a:lnTo>
                  <a:pt x="690" y="1109"/>
                </a:lnTo>
                <a:lnTo>
                  <a:pt x="565" y="1255"/>
                </a:lnTo>
                <a:lnTo>
                  <a:pt x="440" y="1381"/>
                </a:lnTo>
                <a:lnTo>
                  <a:pt x="335" y="1548"/>
                </a:lnTo>
                <a:lnTo>
                  <a:pt x="251" y="1694"/>
                </a:lnTo>
                <a:lnTo>
                  <a:pt x="189" y="1841"/>
                </a:lnTo>
                <a:lnTo>
                  <a:pt x="126" y="2008"/>
                </a:lnTo>
                <a:lnTo>
                  <a:pt x="84" y="2175"/>
                </a:lnTo>
                <a:lnTo>
                  <a:pt x="42" y="2343"/>
                </a:lnTo>
                <a:lnTo>
                  <a:pt x="21" y="2510"/>
                </a:lnTo>
                <a:lnTo>
                  <a:pt x="0" y="2803"/>
                </a:lnTo>
                <a:lnTo>
                  <a:pt x="21" y="3095"/>
                </a:lnTo>
                <a:lnTo>
                  <a:pt x="63" y="3409"/>
                </a:lnTo>
                <a:lnTo>
                  <a:pt x="147" y="3702"/>
                </a:lnTo>
                <a:lnTo>
                  <a:pt x="251" y="4016"/>
                </a:lnTo>
                <a:lnTo>
                  <a:pt x="377" y="4308"/>
                </a:lnTo>
                <a:lnTo>
                  <a:pt x="565" y="4580"/>
                </a:lnTo>
                <a:lnTo>
                  <a:pt x="774" y="4873"/>
                </a:lnTo>
                <a:lnTo>
                  <a:pt x="1004" y="5124"/>
                </a:lnTo>
                <a:lnTo>
                  <a:pt x="1297" y="5375"/>
                </a:lnTo>
                <a:lnTo>
                  <a:pt x="1631" y="5605"/>
                </a:lnTo>
                <a:lnTo>
                  <a:pt x="2008" y="5814"/>
                </a:lnTo>
                <a:lnTo>
                  <a:pt x="2405" y="5981"/>
                </a:lnTo>
                <a:lnTo>
                  <a:pt x="2886" y="6148"/>
                </a:lnTo>
                <a:lnTo>
                  <a:pt x="3388" y="6274"/>
                </a:lnTo>
                <a:lnTo>
                  <a:pt x="3953" y="6358"/>
                </a:lnTo>
                <a:lnTo>
                  <a:pt x="5667" y="6692"/>
                </a:lnTo>
                <a:lnTo>
                  <a:pt x="6504" y="6880"/>
                </a:lnTo>
                <a:lnTo>
                  <a:pt x="7298" y="7089"/>
                </a:lnTo>
                <a:lnTo>
                  <a:pt x="8093" y="7319"/>
                </a:lnTo>
                <a:lnTo>
                  <a:pt x="8867" y="7570"/>
                </a:lnTo>
                <a:lnTo>
                  <a:pt x="9619" y="7863"/>
                </a:lnTo>
                <a:lnTo>
                  <a:pt x="10372" y="8198"/>
                </a:lnTo>
                <a:lnTo>
                  <a:pt x="10728" y="8386"/>
                </a:lnTo>
                <a:lnTo>
                  <a:pt x="11104" y="8595"/>
                </a:lnTo>
                <a:lnTo>
                  <a:pt x="11460" y="8804"/>
                </a:lnTo>
                <a:lnTo>
                  <a:pt x="11815" y="9034"/>
                </a:lnTo>
                <a:lnTo>
                  <a:pt x="12171" y="9264"/>
                </a:lnTo>
                <a:lnTo>
                  <a:pt x="12526" y="9536"/>
                </a:lnTo>
                <a:lnTo>
                  <a:pt x="12861" y="9808"/>
                </a:lnTo>
                <a:lnTo>
                  <a:pt x="13216" y="10101"/>
                </a:lnTo>
                <a:lnTo>
                  <a:pt x="13551" y="10414"/>
                </a:lnTo>
                <a:lnTo>
                  <a:pt x="13885" y="10749"/>
                </a:lnTo>
                <a:lnTo>
                  <a:pt x="14241" y="11083"/>
                </a:lnTo>
                <a:lnTo>
                  <a:pt x="14575" y="11460"/>
                </a:lnTo>
                <a:lnTo>
                  <a:pt x="14910" y="11857"/>
                </a:lnTo>
                <a:lnTo>
                  <a:pt x="15224" y="12275"/>
                </a:lnTo>
                <a:lnTo>
                  <a:pt x="15558" y="12715"/>
                </a:lnTo>
                <a:lnTo>
                  <a:pt x="15893" y="13175"/>
                </a:lnTo>
                <a:lnTo>
                  <a:pt x="15997" y="13279"/>
                </a:lnTo>
                <a:lnTo>
                  <a:pt x="16102" y="13405"/>
                </a:lnTo>
                <a:lnTo>
                  <a:pt x="16206" y="13488"/>
                </a:lnTo>
                <a:lnTo>
                  <a:pt x="16332" y="13551"/>
                </a:lnTo>
                <a:lnTo>
                  <a:pt x="16457" y="13614"/>
                </a:lnTo>
                <a:lnTo>
                  <a:pt x="16583" y="13656"/>
                </a:lnTo>
                <a:lnTo>
                  <a:pt x="16729" y="13697"/>
                </a:lnTo>
                <a:lnTo>
                  <a:pt x="17168" y="13697"/>
                </a:lnTo>
                <a:lnTo>
                  <a:pt x="17503" y="13614"/>
                </a:lnTo>
                <a:lnTo>
                  <a:pt x="17838" y="13509"/>
                </a:lnTo>
                <a:lnTo>
                  <a:pt x="18193" y="13342"/>
                </a:lnTo>
                <a:lnTo>
                  <a:pt x="18548" y="13154"/>
                </a:lnTo>
                <a:lnTo>
                  <a:pt x="18904" y="12903"/>
                </a:lnTo>
                <a:lnTo>
                  <a:pt x="19280" y="12631"/>
                </a:lnTo>
                <a:lnTo>
                  <a:pt x="19657" y="12338"/>
                </a:lnTo>
                <a:lnTo>
                  <a:pt x="20012" y="12004"/>
                </a:lnTo>
                <a:lnTo>
                  <a:pt x="20368" y="11648"/>
                </a:lnTo>
                <a:lnTo>
                  <a:pt x="20702" y="11272"/>
                </a:lnTo>
                <a:lnTo>
                  <a:pt x="21037" y="10895"/>
                </a:lnTo>
                <a:lnTo>
                  <a:pt x="21351" y="10498"/>
                </a:lnTo>
                <a:lnTo>
                  <a:pt x="21643" y="10080"/>
                </a:lnTo>
                <a:lnTo>
                  <a:pt x="21915" y="9662"/>
                </a:lnTo>
                <a:lnTo>
                  <a:pt x="22166" y="9243"/>
                </a:lnTo>
                <a:lnTo>
                  <a:pt x="22375" y="8846"/>
                </a:lnTo>
                <a:lnTo>
                  <a:pt x="22563" y="8428"/>
                </a:lnTo>
                <a:lnTo>
                  <a:pt x="22710" y="8030"/>
                </a:lnTo>
                <a:lnTo>
                  <a:pt x="22814" y="7633"/>
                </a:lnTo>
                <a:lnTo>
                  <a:pt x="22898" y="7278"/>
                </a:lnTo>
                <a:lnTo>
                  <a:pt x="22919" y="6922"/>
                </a:lnTo>
                <a:lnTo>
                  <a:pt x="22898" y="6755"/>
                </a:lnTo>
                <a:lnTo>
                  <a:pt x="22877" y="6588"/>
                </a:lnTo>
                <a:lnTo>
                  <a:pt x="22856" y="6441"/>
                </a:lnTo>
                <a:lnTo>
                  <a:pt x="22793" y="6295"/>
                </a:lnTo>
                <a:lnTo>
                  <a:pt x="22731" y="6148"/>
                </a:lnTo>
                <a:lnTo>
                  <a:pt x="22668" y="6023"/>
                </a:lnTo>
                <a:lnTo>
                  <a:pt x="22584" y="5898"/>
                </a:lnTo>
                <a:lnTo>
                  <a:pt x="22480" y="5772"/>
                </a:lnTo>
                <a:lnTo>
                  <a:pt x="22354" y="5668"/>
                </a:lnTo>
                <a:lnTo>
                  <a:pt x="22208" y="5584"/>
                </a:lnTo>
                <a:lnTo>
                  <a:pt x="22062" y="5500"/>
                </a:lnTo>
                <a:lnTo>
                  <a:pt x="21894" y="5417"/>
                </a:lnTo>
                <a:lnTo>
                  <a:pt x="20054" y="4727"/>
                </a:lnTo>
                <a:lnTo>
                  <a:pt x="18193" y="4057"/>
                </a:lnTo>
                <a:lnTo>
                  <a:pt x="16311" y="3409"/>
                </a:lnTo>
                <a:lnTo>
                  <a:pt x="14429" y="2761"/>
                </a:lnTo>
                <a:lnTo>
                  <a:pt x="12505" y="2134"/>
                </a:lnTo>
                <a:lnTo>
                  <a:pt x="10602" y="1548"/>
                </a:lnTo>
                <a:lnTo>
                  <a:pt x="8658" y="963"/>
                </a:lnTo>
                <a:lnTo>
                  <a:pt x="6713" y="398"/>
                </a:lnTo>
                <a:lnTo>
                  <a:pt x="5981" y="210"/>
                </a:lnTo>
                <a:lnTo>
                  <a:pt x="5270" y="84"/>
                </a:lnTo>
                <a:lnTo>
                  <a:pt x="4622" y="22"/>
                </a:lnTo>
                <a:lnTo>
                  <a:pt x="3994" y="1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2" name="Google Shape;62;p15"/>
          <p:cNvSpPr/>
          <p:nvPr/>
        </p:nvSpPr>
        <p:spPr>
          <a:xfrm rot="-2310683">
            <a:off x="1941113" y="4137179"/>
            <a:ext cx="1463873" cy="805232"/>
          </a:xfrm>
          <a:custGeom>
            <a:avLst/>
            <a:gdLst/>
            <a:ahLst/>
            <a:cxnLst/>
            <a:rect l="l" t="t" r="r" b="b"/>
            <a:pathLst>
              <a:path w="24446" h="13447" extrusionOk="0">
                <a:moveTo>
                  <a:pt x="3116" y="1"/>
                </a:moveTo>
                <a:lnTo>
                  <a:pt x="2615" y="64"/>
                </a:lnTo>
                <a:lnTo>
                  <a:pt x="2134" y="168"/>
                </a:lnTo>
                <a:lnTo>
                  <a:pt x="1925" y="231"/>
                </a:lnTo>
                <a:lnTo>
                  <a:pt x="1695" y="294"/>
                </a:lnTo>
                <a:lnTo>
                  <a:pt x="1506" y="377"/>
                </a:lnTo>
                <a:lnTo>
                  <a:pt x="1318" y="482"/>
                </a:lnTo>
                <a:lnTo>
                  <a:pt x="1130" y="586"/>
                </a:lnTo>
                <a:lnTo>
                  <a:pt x="963" y="712"/>
                </a:lnTo>
                <a:lnTo>
                  <a:pt x="795" y="858"/>
                </a:lnTo>
                <a:lnTo>
                  <a:pt x="649" y="1005"/>
                </a:lnTo>
                <a:lnTo>
                  <a:pt x="523" y="1151"/>
                </a:lnTo>
                <a:lnTo>
                  <a:pt x="398" y="1339"/>
                </a:lnTo>
                <a:lnTo>
                  <a:pt x="293" y="1527"/>
                </a:lnTo>
                <a:lnTo>
                  <a:pt x="210" y="1716"/>
                </a:lnTo>
                <a:lnTo>
                  <a:pt x="126" y="1946"/>
                </a:lnTo>
                <a:lnTo>
                  <a:pt x="63" y="2155"/>
                </a:lnTo>
                <a:lnTo>
                  <a:pt x="22" y="2343"/>
                </a:lnTo>
                <a:lnTo>
                  <a:pt x="1" y="2531"/>
                </a:lnTo>
                <a:lnTo>
                  <a:pt x="1" y="2699"/>
                </a:lnTo>
                <a:lnTo>
                  <a:pt x="22" y="2887"/>
                </a:lnTo>
                <a:lnTo>
                  <a:pt x="43" y="3054"/>
                </a:lnTo>
                <a:lnTo>
                  <a:pt x="84" y="3242"/>
                </a:lnTo>
                <a:lnTo>
                  <a:pt x="126" y="3409"/>
                </a:lnTo>
                <a:lnTo>
                  <a:pt x="189" y="3598"/>
                </a:lnTo>
                <a:lnTo>
                  <a:pt x="356" y="3953"/>
                </a:lnTo>
                <a:lnTo>
                  <a:pt x="586" y="4288"/>
                </a:lnTo>
                <a:lnTo>
                  <a:pt x="837" y="4622"/>
                </a:lnTo>
                <a:lnTo>
                  <a:pt x="1151" y="4957"/>
                </a:lnTo>
                <a:lnTo>
                  <a:pt x="1506" y="5271"/>
                </a:lnTo>
                <a:lnTo>
                  <a:pt x="1883" y="5563"/>
                </a:lnTo>
                <a:lnTo>
                  <a:pt x="2301" y="5856"/>
                </a:lnTo>
                <a:lnTo>
                  <a:pt x="2761" y="6128"/>
                </a:lnTo>
                <a:lnTo>
                  <a:pt x="3242" y="6379"/>
                </a:lnTo>
                <a:lnTo>
                  <a:pt x="3744" y="6588"/>
                </a:lnTo>
                <a:lnTo>
                  <a:pt x="4267" y="6797"/>
                </a:lnTo>
                <a:lnTo>
                  <a:pt x="4831" y="6985"/>
                </a:lnTo>
                <a:lnTo>
                  <a:pt x="6316" y="7445"/>
                </a:lnTo>
                <a:lnTo>
                  <a:pt x="7027" y="7675"/>
                </a:lnTo>
                <a:lnTo>
                  <a:pt x="7738" y="7926"/>
                </a:lnTo>
                <a:lnTo>
                  <a:pt x="8449" y="8198"/>
                </a:lnTo>
                <a:lnTo>
                  <a:pt x="9118" y="8491"/>
                </a:lnTo>
                <a:lnTo>
                  <a:pt x="9808" y="8784"/>
                </a:lnTo>
                <a:lnTo>
                  <a:pt x="10456" y="9097"/>
                </a:lnTo>
                <a:lnTo>
                  <a:pt x="11125" y="9432"/>
                </a:lnTo>
                <a:lnTo>
                  <a:pt x="11753" y="9808"/>
                </a:lnTo>
                <a:lnTo>
                  <a:pt x="12380" y="10185"/>
                </a:lnTo>
                <a:lnTo>
                  <a:pt x="12986" y="10603"/>
                </a:lnTo>
                <a:lnTo>
                  <a:pt x="13593" y="11063"/>
                </a:lnTo>
                <a:lnTo>
                  <a:pt x="14178" y="11544"/>
                </a:lnTo>
                <a:lnTo>
                  <a:pt x="14764" y="12067"/>
                </a:lnTo>
                <a:lnTo>
                  <a:pt x="15329" y="12610"/>
                </a:lnTo>
                <a:lnTo>
                  <a:pt x="15538" y="12799"/>
                </a:lnTo>
                <a:lnTo>
                  <a:pt x="15768" y="12966"/>
                </a:lnTo>
                <a:lnTo>
                  <a:pt x="15998" y="13112"/>
                </a:lnTo>
                <a:lnTo>
                  <a:pt x="16249" y="13217"/>
                </a:lnTo>
                <a:lnTo>
                  <a:pt x="16520" y="13300"/>
                </a:lnTo>
                <a:lnTo>
                  <a:pt x="16792" y="13384"/>
                </a:lnTo>
                <a:lnTo>
                  <a:pt x="17085" y="13426"/>
                </a:lnTo>
                <a:lnTo>
                  <a:pt x="17378" y="13447"/>
                </a:lnTo>
                <a:lnTo>
                  <a:pt x="17691" y="13447"/>
                </a:lnTo>
                <a:lnTo>
                  <a:pt x="17984" y="13426"/>
                </a:lnTo>
                <a:lnTo>
                  <a:pt x="18298" y="13384"/>
                </a:lnTo>
                <a:lnTo>
                  <a:pt x="18612" y="13321"/>
                </a:lnTo>
                <a:lnTo>
                  <a:pt x="18946" y="13259"/>
                </a:lnTo>
                <a:lnTo>
                  <a:pt x="19260" y="13175"/>
                </a:lnTo>
                <a:lnTo>
                  <a:pt x="19908" y="12966"/>
                </a:lnTo>
                <a:lnTo>
                  <a:pt x="20535" y="12736"/>
                </a:lnTo>
                <a:lnTo>
                  <a:pt x="21142" y="12443"/>
                </a:lnTo>
                <a:lnTo>
                  <a:pt x="21727" y="12129"/>
                </a:lnTo>
                <a:lnTo>
                  <a:pt x="22271" y="11816"/>
                </a:lnTo>
                <a:lnTo>
                  <a:pt x="22773" y="11481"/>
                </a:lnTo>
                <a:lnTo>
                  <a:pt x="23233" y="11168"/>
                </a:lnTo>
                <a:lnTo>
                  <a:pt x="23609" y="10854"/>
                </a:lnTo>
                <a:lnTo>
                  <a:pt x="23902" y="10561"/>
                </a:lnTo>
                <a:lnTo>
                  <a:pt x="24028" y="10415"/>
                </a:lnTo>
                <a:lnTo>
                  <a:pt x="24132" y="10268"/>
                </a:lnTo>
                <a:lnTo>
                  <a:pt x="24237" y="10122"/>
                </a:lnTo>
                <a:lnTo>
                  <a:pt x="24299" y="9976"/>
                </a:lnTo>
                <a:lnTo>
                  <a:pt x="24362" y="9808"/>
                </a:lnTo>
                <a:lnTo>
                  <a:pt x="24404" y="9641"/>
                </a:lnTo>
                <a:lnTo>
                  <a:pt x="24446" y="9495"/>
                </a:lnTo>
                <a:lnTo>
                  <a:pt x="24446" y="9306"/>
                </a:lnTo>
                <a:lnTo>
                  <a:pt x="24446" y="9139"/>
                </a:lnTo>
                <a:lnTo>
                  <a:pt x="24446" y="8972"/>
                </a:lnTo>
                <a:lnTo>
                  <a:pt x="24404" y="8805"/>
                </a:lnTo>
                <a:lnTo>
                  <a:pt x="24362" y="8616"/>
                </a:lnTo>
                <a:lnTo>
                  <a:pt x="24299" y="8449"/>
                </a:lnTo>
                <a:lnTo>
                  <a:pt x="24237" y="8261"/>
                </a:lnTo>
                <a:lnTo>
                  <a:pt x="24048" y="7905"/>
                </a:lnTo>
                <a:lnTo>
                  <a:pt x="23798" y="7550"/>
                </a:lnTo>
                <a:lnTo>
                  <a:pt x="23505" y="7194"/>
                </a:lnTo>
                <a:lnTo>
                  <a:pt x="23149" y="6860"/>
                </a:lnTo>
                <a:lnTo>
                  <a:pt x="22752" y="6525"/>
                </a:lnTo>
                <a:lnTo>
                  <a:pt x="22292" y="6191"/>
                </a:lnTo>
                <a:lnTo>
                  <a:pt x="21790" y="5898"/>
                </a:lnTo>
                <a:lnTo>
                  <a:pt x="21246" y="5605"/>
                </a:lnTo>
                <a:lnTo>
                  <a:pt x="20661" y="5333"/>
                </a:lnTo>
                <a:lnTo>
                  <a:pt x="19051" y="4685"/>
                </a:lnTo>
                <a:lnTo>
                  <a:pt x="17420" y="4058"/>
                </a:lnTo>
                <a:lnTo>
                  <a:pt x="15789" y="3430"/>
                </a:lnTo>
                <a:lnTo>
                  <a:pt x="14116" y="2845"/>
                </a:lnTo>
                <a:lnTo>
                  <a:pt x="12464" y="2259"/>
                </a:lnTo>
                <a:lnTo>
                  <a:pt x="10770" y="1695"/>
                </a:lnTo>
                <a:lnTo>
                  <a:pt x="9076" y="1151"/>
                </a:lnTo>
                <a:lnTo>
                  <a:pt x="7361" y="628"/>
                </a:lnTo>
                <a:lnTo>
                  <a:pt x="6713" y="440"/>
                </a:lnTo>
                <a:lnTo>
                  <a:pt x="6065" y="294"/>
                </a:lnTo>
                <a:lnTo>
                  <a:pt x="5438" y="168"/>
                </a:lnTo>
                <a:lnTo>
                  <a:pt x="4831" y="64"/>
                </a:lnTo>
                <a:lnTo>
                  <a:pt x="4225" y="22"/>
                </a:lnTo>
                <a:lnTo>
                  <a:pt x="3660" y="1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3" name="Google Shape;63;p15"/>
          <p:cNvSpPr/>
          <p:nvPr/>
        </p:nvSpPr>
        <p:spPr>
          <a:xfrm rot="-2310683">
            <a:off x="2196216" y="3031431"/>
            <a:ext cx="1314827" cy="1252251"/>
          </a:xfrm>
          <a:custGeom>
            <a:avLst/>
            <a:gdLst/>
            <a:ahLst/>
            <a:cxnLst/>
            <a:rect l="l" t="t" r="r" b="b"/>
            <a:pathLst>
              <a:path w="21957" h="20912" extrusionOk="0">
                <a:moveTo>
                  <a:pt x="2656" y="1"/>
                </a:moveTo>
                <a:lnTo>
                  <a:pt x="2301" y="43"/>
                </a:lnTo>
                <a:lnTo>
                  <a:pt x="1966" y="126"/>
                </a:lnTo>
                <a:lnTo>
                  <a:pt x="1652" y="231"/>
                </a:lnTo>
                <a:lnTo>
                  <a:pt x="1360" y="356"/>
                </a:lnTo>
                <a:lnTo>
                  <a:pt x="1088" y="524"/>
                </a:lnTo>
                <a:lnTo>
                  <a:pt x="858" y="712"/>
                </a:lnTo>
                <a:lnTo>
                  <a:pt x="649" y="921"/>
                </a:lnTo>
                <a:lnTo>
                  <a:pt x="460" y="1151"/>
                </a:lnTo>
                <a:lnTo>
                  <a:pt x="293" y="1402"/>
                </a:lnTo>
                <a:lnTo>
                  <a:pt x="189" y="1653"/>
                </a:lnTo>
                <a:lnTo>
                  <a:pt x="84" y="1946"/>
                </a:lnTo>
                <a:lnTo>
                  <a:pt x="21" y="2259"/>
                </a:lnTo>
                <a:lnTo>
                  <a:pt x="0" y="2573"/>
                </a:lnTo>
                <a:lnTo>
                  <a:pt x="21" y="2908"/>
                </a:lnTo>
                <a:lnTo>
                  <a:pt x="63" y="3242"/>
                </a:lnTo>
                <a:lnTo>
                  <a:pt x="147" y="3556"/>
                </a:lnTo>
                <a:lnTo>
                  <a:pt x="251" y="3849"/>
                </a:lnTo>
                <a:lnTo>
                  <a:pt x="356" y="4162"/>
                </a:lnTo>
                <a:lnTo>
                  <a:pt x="502" y="4455"/>
                </a:lnTo>
                <a:lnTo>
                  <a:pt x="649" y="4748"/>
                </a:lnTo>
                <a:lnTo>
                  <a:pt x="816" y="5020"/>
                </a:lnTo>
                <a:lnTo>
                  <a:pt x="1171" y="5584"/>
                </a:lnTo>
                <a:lnTo>
                  <a:pt x="1590" y="6128"/>
                </a:lnTo>
                <a:lnTo>
                  <a:pt x="2008" y="6672"/>
                </a:lnTo>
                <a:lnTo>
                  <a:pt x="2886" y="7696"/>
                </a:lnTo>
                <a:lnTo>
                  <a:pt x="3325" y="8198"/>
                </a:lnTo>
                <a:lnTo>
                  <a:pt x="3785" y="8679"/>
                </a:lnTo>
                <a:lnTo>
                  <a:pt x="4245" y="9139"/>
                </a:lnTo>
                <a:lnTo>
                  <a:pt x="4726" y="9620"/>
                </a:lnTo>
                <a:lnTo>
                  <a:pt x="5730" y="10540"/>
                </a:lnTo>
                <a:lnTo>
                  <a:pt x="6734" y="11418"/>
                </a:lnTo>
                <a:lnTo>
                  <a:pt x="7737" y="12318"/>
                </a:lnTo>
                <a:lnTo>
                  <a:pt x="8699" y="13196"/>
                </a:lnTo>
                <a:lnTo>
                  <a:pt x="9159" y="13635"/>
                </a:lnTo>
                <a:lnTo>
                  <a:pt x="9619" y="14074"/>
                </a:lnTo>
                <a:lnTo>
                  <a:pt x="10038" y="14534"/>
                </a:lnTo>
                <a:lnTo>
                  <a:pt x="10435" y="14973"/>
                </a:lnTo>
                <a:lnTo>
                  <a:pt x="10916" y="15559"/>
                </a:lnTo>
                <a:lnTo>
                  <a:pt x="11501" y="16312"/>
                </a:lnTo>
                <a:lnTo>
                  <a:pt x="12150" y="17148"/>
                </a:lnTo>
                <a:lnTo>
                  <a:pt x="12840" y="18026"/>
                </a:lnTo>
                <a:lnTo>
                  <a:pt x="13572" y="18884"/>
                </a:lnTo>
                <a:lnTo>
                  <a:pt x="13927" y="19281"/>
                </a:lnTo>
                <a:lnTo>
                  <a:pt x="14283" y="19657"/>
                </a:lnTo>
                <a:lnTo>
                  <a:pt x="14617" y="19992"/>
                </a:lnTo>
                <a:lnTo>
                  <a:pt x="14952" y="20285"/>
                </a:lnTo>
                <a:lnTo>
                  <a:pt x="15265" y="20536"/>
                </a:lnTo>
                <a:lnTo>
                  <a:pt x="15579" y="20724"/>
                </a:lnTo>
                <a:lnTo>
                  <a:pt x="15809" y="20828"/>
                </a:lnTo>
                <a:lnTo>
                  <a:pt x="16060" y="20891"/>
                </a:lnTo>
                <a:lnTo>
                  <a:pt x="16332" y="20912"/>
                </a:lnTo>
                <a:lnTo>
                  <a:pt x="16625" y="20891"/>
                </a:lnTo>
                <a:lnTo>
                  <a:pt x="16917" y="20828"/>
                </a:lnTo>
                <a:lnTo>
                  <a:pt x="17231" y="20745"/>
                </a:lnTo>
                <a:lnTo>
                  <a:pt x="17545" y="20619"/>
                </a:lnTo>
                <a:lnTo>
                  <a:pt x="17879" y="20473"/>
                </a:lnTo>
                <a:lnTo>
                  <a:pt x="18214" y="20285"/>
                </a:lnTo>
                <a:lnTo>
                  <a:pt x="18528" y="20076"/>
                </a:lnTo>
                <a:lnTo>
                  <a:pt x="18862" y="19846"/>
                </a:lnTo>
                <a:lnTo>
                  <a:pt x="19176" y="19595"/>
                </a:lnTo>
                <a:lnTo>
                  <a:pt x="19489" y="19323"/>
                </a:lnTo>
                <a:lnTo>
                  <a:pt x="19803" y="19030"/>
                </a:lnTo>
                <a:lnTo>
                  <a:pt x="20096" y="18716"/>
                </a:lnTo>
                <a:lnTo>
                  <a:pt x="20389" y="18403"/>
                </a:lnTo>
                <a:lnTo>
                  <a:pt x="20640" y="18068"/>
                </a:lnTo>
                <a:lnTo>
                  <a:pt x="20891" y="17733"/>
                </a:lnTo>
                <a:lnTo>
                  <a:pt x="21121" y="17378"/>
                </a:lnTo>
                <a:lnTo>
                  <a:pt x="21330" y="17023"/>
                </a:lnTo>
                <a:lnTo>
                  <a:pt x="21518" y="16646"/>
                </a:lnTo>
                <a:lnTo>
                  <a:pt x="21664" y="16291"/>
                </a:lnTo>
                <a:lnTo>
                  <a:pt x="21790" y="15935"/>
                </a:lnTo>
                <a:lnTo>
                  <a:pt x="21873" y="15580"/>
                </a:lnTo>
                <a:lnTo>
                  <a:pt x="21936" y="15224"/>
                </a:lnTo>
                <a:lnTo>
                  <a:pt x="21957" y="14869"/>
                </a:lnTo>
                <a:lnTo>
                  <a:pt x="21936" y="14534"/>
                </a:lnTo>
                <a:lnTo>
                  <a:pt x="21873" y="14200"/>
                </a:lnTo>
                <a:lnTo>
                  <a:pt x="21790" y="13886"/>
                </a:lnTo>
                <a:lnTo>
                  <a:pt x="21622" y="13572"/>
                </a:lnTo>
                <a:lnTo>
                  <a:pt x="21539" y="13426"/>
                </a:lnTo>
                <a:lnTo>
                  <a:pt x="21434" y="13300"/>
                </a:lnTo>
                <a:lnTo>
                  <a:pt x="21309" y="13154"/>
                </a:lnTo>
                <a:lnTo>
                  <a:pt x="21183" y="13028"/>
                </a:lnTo>
                <a:lnTo>
                  <a:pt x="19740" y="11732"/>
                </a:lnTo>
                <a:lnTo>
                  <a:pt x="18779" y="10854"/>
                </a:lnTo>
                <a:lnTo>
                  <a:pt x="17670" y="9913"/>
                </a:lnTo>
                <a:lnTo>
                  <a:pt x="16457" y="8867"/>
                </a:lnTo>
                <a:lnTo>
                  <a:pt x="15161" y="7780"/>
                </a:lnTo>
                <a:lnTo>
                  <a:pt x="13802" y="6672"/>
                </a:lnTo>
                <a:lnTo>
                  <a:pt x="12401" y="5563"/>
                </a:lnTo>
                <a:lnTo>
                  <a:pt x="11000" y="4497"/>
                </a:lnTo>
                <a:lnTo>
                  <a:pt x="9619" y="3472"/>
                </a:lnTo>
                <a:lnTo>
                  <a:pt x="8260" y="2531"/>
                </a:lnTo>
                <a:lnTo>
                  <a:pt x="7612" y="2113"/>
                </a:lnTo>
                <a:lnTo>
                  <a:pt x="6985" y="1716"/>
                </a:lnTo>
                <a:lnTo>
                  <a:pt x="6378" y="1339"/>
                </a:lnTo>
                <a:lnTo>
                  <a:pt x="5793" y="1005"/>
                </a:lnTo>
                <a:lnTo>
                  <a:pt x="5249" y="733"/>
                </a:lnTo>
                <a:lnTo>
                  <a:pt x="4726" y="482"/>
                </a:lnTo>
                <a:lnTo>
                  <a:pt x="4245" y="273"/>
                </a:lnTo>
                <a:lnTo>
                  <a:pt x="3785" y="126"/>
                </a:lnTo>
                <a:lnTo>
                  <a:pt x="3388" y="43"/>
                </a:lnTo>
                <a:lnTo>
                  <a:pt x="3200" y="22"/>
                </a:lnTo>
                <a:lnTo>
                  <a:pt x="3032" y="1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4" name="Google Shape;64;p15"/>
          <p:cNvSpPr/>
          <p:nvPr/>
        </p:nvSpPr>
        <p:spPr>
          <a:xfrm rot="-2310683">
            <a:off x="4913072" y="5445734"/>
            <a:ext cx="2366712" cy="4707017"/>
          </a:xfrm>
          <a:custGeom>
            <a:avLst/>
            <a:gdLst/>
            <a:ahLst/>
            <a:cxnLst/>
            <a:rect l="l" t="t" r="r" b="b"/>
            <a:pathLst>
              <a:path w="39523" h="78605" extrusionOk="0">
                <a:moveTo>
                  <a:pt x="33124" y="0"/>
                </a:moveTo>
                <a:lnTo>
                  <a:pt x="32601" y="21"/>
                </a:lnTo>
                <a:lnTo>
                  <a:pt x="32057" y="63"/>
                </a:lnTo>
                <a:lnTo>
                  <a:pt x="31535" y="126"/>
                </a:lnTo>
                <a:lnTo>
                  <a:pt x="30991" y="188"/>
                </a:lnTo>
                <a:lnTo>
                  <a:pt x="30447" y="293"/>
                </a:lnTo>
                <a:lnTo>
                  <a:pt x="29903" y="397"/>
                </a:lnTo>
                <a:lnTo>
                  <a:pt x="28816" y="627"/>
                </a:lnTo>
                <a:lnTo>
                  <a:pt x="26558" y="1150"/>
                </a:lnTo>
                <a:lnTo>
                  <a:pt x="25387" y="1380"/>
                </a:lnTo>
                <a:lnTo>
                  <a:pt x="24780" y="1506"/>
                </a:lnTo>
                <a:lnTo>
                  <a:pt x="24174" y="1589"/>
                </a:lnTo>
                <a:lnTo>
                  <a:pt x="23567" y="1673"/>
                </a:lnTo>
                <a:lnTo>
                  <a:pt x="22940" y="1736"/>
                </a:lnTo>
                <a:lnTo>
                  <a:pt x="22313" y="1798"/>
                </a:lnTo>
                <a:lnTo>
                  <a:pt x="21665" y="1819"/>
                </a:lnTo>
                <a:lnTo>
                  <a:pt x="19615" y="8197"/>
                </a:lnTo>
                <a:lnTo>
                  <a:pt x="17148" y="15746"/>
                </a:lnTo>
                <a:lnTo>
                  <a:pt x="11439" y="33081"/>
                </a:lnTo>
                <a:lnTo>
                  <a:pt x="5417" y="51295"/>
                </a:lnTo>
                <a:lnTo>
                  <a:pt x="2573" y="59931"/>
                </a:lnTo>
                <a:lnTo>
                  <a:pt x="1" y="67857"/>
                </a:lnTo>
                <a:lnTo>
                  <a:pt x="733" y="68442"/>
                </a:lnTo>
                <a:lnTo>
                  <a:pt x="1590" y="69090"/>
                </a:lnTo>
                <a:lnTo>
                  <a:pt x="2740" y="69948"/>
                </a:lnTo>
                <a:lnTo>
                  <a:pt x="4141" y="70930"/>
                </a:lnTo>
                <a:lnTo>
                  <a:pt x="4915" y="71474"/>
                </a:lnTo>
                <a:lnTo>
                  <a:pt x="5751" y="72018"/>
                </a:lnTo>
                <a:lnTo>
                  <a:pt x="6629" y="72582"/>
                </a:lnTo>
                <a:lnTo>
                  <a:pt x="7550" y="73147"/>
                </a:lnTo>
                <a:lnTo>
                  <a:pt x="8511" y="73733"/>
                </a:lnTo>
                <a:lnTo>
                  <a:pt x="9494" y="74297"/>
                </a:lnTo>
                <a:lnTo>
                  <a:pt x="10519" y="74841"/>
                </a:lnTo>
                <a:lnTo>
                  <a:pt x="11544" y="75385"/>
                </a:lnTo>
                <a:lnTo>
                  <a:pt x="12610" y="75907"/>
                </a:lnTo>
                <a:lnTo>
                  <a:pt x="13697" y="76388"/>
                </a:lnTo>
                <a:lnTo>
                  <a:pt x="14785" y="76848"/>
                </a:lnTo>
                <a:lnTo>
                  <a:pt x="15872" y="77267"/>
                </a:lnTo>
                <a:lnTo>
                  <a:pt x="16980" y="77622"/>
                </a:lnTo>
                <a:lnTo>
                  <a:pt x="17524" y="77789"/>
                </a:lnTo>
                <a:lnTo>
                  <a:pt x="18068" y="77957"/>
                </a:lnTo>
                <a:lnTo>
                  <a:pt x="18612" y="78082"/>
                </a:lnTo>
                <a:lnTo>
                  <a:pt x="19155" y="78208"/>
                </a:lnTo>
                <a:lnTo>
                  <a:pt x="19699" y="78312"/>
                </a:lnTo>
                <a:lnTo>
                  <a:pt x="20243" y="78417"/>
                </a:lnTo>
                <a:lnTo>
                  <a:pt x="20786" y="78479"/>
                </a:lnTo>
                <a:lnTo>
                  <a:pt x="21309" y="78542"/>
                </a:lnTo>
                <a:lnTo>
                  <a:pt x="21832" y="78584"/>
                </a:lnTo>
                <a:lnTo>
                  <a:pt x="22355" y="78605"/>
                </a:lnTo>
                <a:lnTo>
                  <a:pt x="22877" y="78605"/>
                </a:lnTo>
                <a:lnTo>
                  <a:pt x="23400" y="78584"/>
                </a:lnTo>
                <a:lnTo>
                  <a:pt x="23902" y="78542"/>
                </a:lnTo>
                <a:lnTo>
                  <a:pt x="24383" y="78479"/>
                </a:lnTo>
                <a:lnTo>
                  <a:pt x="24885" y="78396"/>
                </a:lnTo>
                <a:lnTo>
                  <a:pt x="25366" y="78270"/>
                </a:lnTo>
                <a:lnTo>
                  <a:pt x="25826" y="78145"/>
                </a:lnTo>
                <a:lnTo>
                  <a:pt x="26286" y="77978"/>
                </a:lnTo>
                <a:lnTo>
                  <a:pt x="26976" y="73942"/>
                </a:lnTo>
                <a:lnTo>
                  <a:pt x="27750" y="69467"/>
                </a:lnTo>
                <a:lnTo>
                  <a:pt x="28607" y="64636"/>
                </a:lnTo>
                <a:lnTo>
                  <a:pt x="29527" y="59534"/>
                </a:lnTo>
                <a:lnTo>
                  <a:pt x="31493" y="48786"/>
                </a:lnTo>
                <a:lnTo>
                  <a:pt x="33521" y="37765"/>
                </a:lnTo>
                <a:lnTo>
                  <a:pt x="35466" y="27038"/>
                </a:lnTo>
                <a:lnTo>
                  <a:pt x="36386" y="21978"/>
                </a:lnTo>
                <a:lnTo>
                  <a:pt x="37222" y="17210"/>
                </a:lnTo>
                <a:lnTo>
                  <a:pt x="37954" y="12798"/>
                </a:lnTo>
                <a:lnTo>
                  <a:pt x="38602" y="8804"/>
                </a:lnTo>
                <a:lnTo>
                  <a:pt x="39125" y="5332"/>
                </a:lnTo>
                <a:lnTo>
                  <a:pt x="39355" y="3806"/>
                </a:lnTo>
                <a:lnTo>
                  <a:pt x="39523" y="2426"/>
                </a:lnTo>
                <a:lnTo>
                  <a:pt x="38979" y="1987"/>
                </a:lnTo>
                <a:lnTo>
                  <a:pt x="38435" y="1589"/>
                </a:lnTo>
                <a:lnTo>
                  <a:pt x="37891" y="1255"/>
                </a:lnTo>
                <a:lnTo>
                  <a:pt x="37369" y="962"/>
                </a:lnTo>
                <a:lnTo>
                  <a:pt x="36825" y="711"/>
                </a:lnTo>
                <a:lnTo>
                  <a:pt x="36302" y="502"/>
                </a:lnTo>
                <a:lnTo>
                  <a:pt x="35759" y="335"/>
                </a:lnTo>
                <a:lnTo>
                  <a:pt x="35236" y="209"/>
                </a:lnTo>
                <a:lnTo>
                  <a:pt x="34713" y="105"/>
                </a:lnTo>
                <a:lnTo>
                  <a:pt x="34190" y="42"/>
                </a:lnTo>
                <a:lnTo>
                  <a:pt x="33647" y="21"/>
                </a:lnTo>
                <a:lnTo>
                  <a:pt x="33124" y="0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5" name="Google Shape;65;p15"/>
          <p:cNvSpPr/>
          <p:nvPr/>
        </p:nvSpPr>
        <p:spPr>
          <a:xfrm rot="-2310683">
            <a:off x="1719050" y="1332521"/>
            <a:ext cx="3159369" cy="4415272"/>
          </a:xfrm>
          <a:custGeom>
            <a:avLst/>
            <a:gdLst/>
            <a:ahLst/>
            <a:cxnLst/>
            <a:rect l="l" t="t" r="r" b="b"/>
            <a:pathLst>
              <a:path w="52760" h="73733" extrusionOk="0">
                <a:moveTo>
                  <a:pt x="24990" y="0"/>
                </a:moveTo>
                <a:lnTo>
                  <a:pt x="24551" y="42"/>
                </a:lnTo>
                <a:lnTo>
                  <a:pt x="24132" y="125"/>
                </a:lnTo>
                <a:lnTo>
                  <a:pt x="23714" y="251"/>
                </a:lnTo>
                <a:lnTo>
                  <a:pt x="23317" y="418"/>
                </a:lnTo>
                <a:lnTo>
                  <a:pt x="22940" y="627"/>
                </a:lnTo>
                <a:lnTo>
                  <a:pt x="22585" y="857"/>
                </a:lnTo>
                <a:lnTo>
                  <a:pt x="22229" y="1129"/>
                </a:lnTo>
                <a:lnTo>
                  <a:pt x="21916" y="1422"/>
                </a:lnTo>
                <a:lnTo>
                  <a:pt x="21644" y="1757"/>
                </a:lnTo>
                <a:lnTo>
                  <a:pt x="21393" y="2133"/>
                </a:lnTo>
                <a:lnTo>
                  <a:pt x="21163" y="2530"/>
                </a:lnTo>
                <a:lnTo>
                  <a:pt x="20996" y="2948"/>
                </a:lnTo>
                <a:lnTo>
                  <a:pt x="273" y="59199"/>
                </a:lnTo>
                <a:lnTo>
                  <a:pt x="147" y="59638"/>
                </a:lnTo>
                <a:lnTo>
                  <a:pt x="43" y="60078"/>
                </a:lnTo>
                <a:lnTo>
                  <a:pt x="1" y="60517"/>
                </a:lnTo>
                <a:lnTo>
                  <a:pt x="1" y="60956"/>
                </a:lnTo>
                <a:lnTo>
                  <a:pt x="43" y="61395"/>
                </a:lnTo>
                <a:lnTo>
                  <a:pt x="126" y="61813"/>
                </a:lnTo>
                <a:lnTo>
                  <a:pt x="252" y="62231"/>
                </a:lnTo>
                <a:lnTo>
                  <a:pt x="419" y="62629"/>
                </a:lnTo>
                <a:lnTo>
                  <a:pt x="607" y="63005"/>
                </a:lnTo>
                <a:lnTo>
                  <a:pt x="858" y="63382"/>
                </a:lnTo>
                <a:lnTo>
                  <a:pt x="1109" y="63716"/>
                </a:lnTo>
                <a:lnTo>
                  <a:pt x="1423" y="64030"/>
                </a:lnTo>
                <a:lnTo>
                  <a:pt x="1757" y="64302"/>
                </a:lnTo>
                <a:lnTo>
                  <a:pt x="2113" y="64553"/>
                </a:lnTo>
                <a:lnTo>
                  <a:pt x="2510" y="64783"/>
                </a:lnTo>
                <a:lnTo>
                  <a:pt x="2949" y="64950"/>
                </a:lnTo>
                <a:lnTo>
                  <a:pt x="26014" y="73461"/>
                </a:lnTo>
                <a:lnTo>
                  <a:pt x="26453" y="73586"/>
                </a:lnTo>
                <a:lnTo>
                  <a:pt x="26893" y="73670"/>
                </a:lnTo>
                <a:lnTo>
                  <a:pt x="27332" y="73733"/>
                </a:lnTo>
                <a:lnTo>
                  <a:pt x="27771" y="73733"/>
                </a:lnTo>
                <a:lnTo>
                  <a:pt x="28210" y="73691"/>
                </a:lnTo>
                <a:lnTo>
                  <a:pt x="28628" y="73607"/>
                </a:lnTo>
                <a:lnTo>
                  <a:pt x="29046" y="73482"/>
                </a:lnTo>
                <a:lnTo>
                  <a:pt x="29444" y="73314"/>
                </a:lnTo>
                <a:lnTo>
                  <a:pt x="29820" y="73105"/>
                </a:lnTo>
                <a:lnTo>
                  <a:pt x="30176" y="72875"/>
                </a:lnTo>
                <a:lnTo>
                  <a:pt x="30531" y="72603"/>
                </a:lnTo>
                <a:lnTo>
                  <a:pt x="30845" y="72311"/>
                </a:lnTo>
                <a:lnTo>
                  <a:pt x="31117" y="71976"/>
                </a:lnTo>
                <a:lnTo>
                  <a:pt x="31368" y="71600"/>
                </a:lnTo>
                <a:lnTo>
                  <a:pt x="31598" y="71202"/>
                </a:lnTo>
                <a:lnTo>
                  <a:pt x="31765" y="70784"/>
                </a:lnTo>
                <a:lnTo>
                  <a:pt x="52488" y="14533"/>
                </a:lnTo>
                <a:lnTo>
                  <a:pt x="52613" y="14094"/>
                </a:lnTo>
                <a:lnTo>
                  <a:pt x="52718" y="13655"/>
                </a:lnTo>
                <a:lnTo>
                  <a:pt x="52760" y="13216"/>
                </a:lnTo>
                <a:lnTo>
                  <a:pt x="52760" y="12777"/>
                </a:lnTo>
                <a:lnTo>
                  <a:pt x="52718" y="12338"/>
                </a:lnTo>
                <a:lnTo>
                  <a:pt x="52634" y="11919"/>
                </a:lnTo>
                <a:lnTo>
                  <a:pt x="52509" y="11501"/>
                </a:lnTo>
                <a:lnTo>
                  <a:pt x="52341" y="11104"/>
                </a:lnTo>
                <a:lnTo>
                  <a:pt x="52153" y="10727"/>
                </a:lnTo>
                <a:lnTo>
                  <a:pt x="51902" y="10351"/>
                </a:lnTo>
                <a:lnTo>
                  <a:pt x="51630" y="10016"/>
                </a:lnTo>
                <a:lnTo>
                  <a:pt x="51338" y="9703"/>
                </a:lnTo>
                <a:lnTo>
                  <a:pt x="51003" y="9431"/>
                </a:lnTo>
                <a:lnTo>
                  <a:pt x="50627" y="9180"/>
                </a:lnTo>
                <a:lnTo>
                  <a:pt x="50250" y="8950"/>
                </a:lnTo>
                <a:lnTo>
                  <a:pt x="49811" y="8783"/>
                </a:lnTo>
                <a:lnTo>
                  <a:pt x="26746" y="272"/>
                </a:lnTo>
                <a:lnTo>
                  <a:pt x="26307" y="146"/>
                </a:lnTo>
                <a:lnTo>
                  <a:pt x="25868" y="63"/>
                </a:lnTo>
                <a:lnTo>
                  <a:pt x="2542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6" name="Google Shape;66;p15"/>
          <p:cNvSpPr/>
          <p:nvPr/>
        </p:nvSpPr>
        <p:spPr>
          <a:xfrm rot="-2310683">
            <a:off x="1686276" y="1233561"/>
            <a:ext cx="3159309" cy="4414075"/>
          </a:xfrm>
          <a:custGeom>
            <a:avLst/>
            <a:gdLst/>
            <a:ahLst/>
            <a:cxnLst/>
            <a:rect l="l" t="t" r="r" b="b"/>
            <a:pathLst>
              <a:path w="52759" h="73713" extrusionOk="0">
                <a:moveTo>
                  <a:pt x="24989" y="1"/>
                </a:moveTo>
                <a:lnTo>
                  <a:pt x="24550" y="43"/>
                </a:lnTo>
                <a:lnTo>
                  <a:pt x="24132" y="126"/>
                </a:lnTo>
                <a:lnTo>
                  <a:pt x="23714" y="231"/>
                </a:lnTo>
                <a:lnTo>
                  <a:pt x="23316" y="398"/>
                </a:lnTo>
                <a:lnTo>
                  <a:pt x="22940" y="607"/>
                </a:lnTo>
                <a:lnTo>
                  <a:pt x="22584" y="837"/>
                </a:lnTo>
                <a:lnTo>
                  <a:pt x="22229" y="1109"/>
                </a:lnTo>
                <a:lnTo>
                  <a:pt x="21915" y="1402"/>
                </a:lnTo>
                <a:lnTo>
                  <a:pt x="21643" y="1737"/>
                </a:lnTo>
                <a:lnTo>
                  <a:pt x="21392" y="2113"/>
                </a:lnTo>
                <a:lnTo>
                  <a:pt x="21162" y="2510"/>
                </a:lnTo>
                <a:lnTo>
                  <a:pt x="20995" y="2929"/>
                </a:lnTo>
                <a:lnTo>
                  <a:pt x="272" y="59179"/>
                </a:lnTo>
                <a:lnTo>
                  <a:pt x="147" y="59618"/>
                </a:lnTo>
                <a:lnTo>
                  <a:pt x="42" y="60058"/>
                </a:lnTo>
                <a:lnTo>
                  <a:pt x="0" y="60497"/>
                </a:lnTo>
                <a:lnTo>
                  <a:pt x="0" y="60936"/>
                </a:lnTo>
                <a:lnTo>
                  <a:pt x="42" y="61375"/>
                </a:lnTo>
                <a:lnTo>
                  <a:pt x="126" y="61793"/>
                </a:lnTo>
                <a:lnTo>
                  <a:pt x="251" y="62211"/>
                </a:lnTo>
                <a:lnTo>
                  <a:pt x="419" y="62609"/>
                </a:lnTo>
                <a:lnTo>
                  <a:pt x="607" y="62985"/>
                </a:lnTo>
                <a:lnTo>
                  <a:pt x="858" y="63362"/>
                </a:lnTo>
                <a:lnTo>
                  <a:pt x="1130" y="63696"/>
                </a:lnTo>
                <a:lnTo>
                  <a:pt x="1422" y="64010"/>
                </a:lnTo>
                <a:lnTo>
                  <a:pt x="1757" y="64282"/>
                </a:lnTo>
                <a:lnTo>
                  <a:pt x="2133" y="64553"/>
                </a:lnTo>
                <a:lnTo>
                  <a:pt x="2510" y="64763"/>
                </a:lnTo>
                <a:lnTo>
                  <a:pt x="2949" y="64951"/>
                </a:lnTo>
                <a:lnTo>
                  <a:pt x="26014" y="73441"/>
                </a:lnTo>
                <a:lnTo>
                  <a:pt x="26453" y="73566"/>
                </a:lnTo>
                <a:lnTo>
                  <a:pt x="26892" y="73671"/>
                </a:lnTo>
                <a:lnTo>
                  <a:pt x="27331" y="73713"/>
                </a:lnTo>
                <a:lnTo>
                  <a:pt x="27770" y="73713"/>
                </a:lnTo>
                <a:lnTo>
                  <a:pt x="28209" y="73671"/>
                </a:lnTo>
                <a:lnTo>
                  <a:pt x="28628" y="73587"/>
                </a:lnTo>
                <a:lnTo>
                  <a:pt x="29046" y="73462"/>
                </a:lnTo>
                <a:lnTo>
                  <a:pt x="29443" y="73294"/>
                </a:lnTo>
                <a:lnTo>
                  <a:pt x="29820" y="73106"/>
                </a:lnTo>
                <a:lnTo>
                  <a:pt x="30175" y="72855"/>
                </a:lnTo>
                <a:lnTo>
                  <a:pt x="30531" y="72583"/>
                </a:lnTo>
                <a:lnTo>
                  <a:pt x="30844" y="72291"/>
                </a:lnTo>
                <a:lnTo>
                  <a:pt x="31116" y="71956"/>
                </a:lnTo>
                <a:lnTo>
                  <a:pt x="31367" y="71580"/>
                </a:lnTo>
                <a:lnTo>
                  <a:pt x="31597" y="71203"/>
                </a:lnTo>
                <a:lnTo>
                  <a:pt x="31764" y="70764"/>
                </a:lnTo>
                <a:lnTo>
                  <a:pt x="52487" y="14513"/>
                </a:lnTo>
                <a:lnTo>
                  <a:pt x="52613" y="14074"/>
                </a:lnTo>
                <a:lnTo>
                  <a:pt x="52717" y="13635"/>
                </a:lnTo>
                <a:lnTo>
                  <a:pt x="52759" y="13196"/>
                </a:lnTo>
                <a:lnTo>
                  <a:pt x="52759" y="12757"/>
                </a:lnTo>
                <a:lnTo>
                  <a:pt x="52717" y="12318"/>
                </a:lnTo>
                <a:lnTo>
                  <a:pt x="52633" y="11899"/>
                </a:lnTo>
                <a:lnTo>
                  <a:pt x="52508" y="11481"/>
                </a:lnTo>
                <a:lnTo>
                  <a:pt x="52341" y="11084"/>
                </a:lnTo>
                <a:lnTo>
                  <a:pt x="52153" y="10707"/>
                </a:lnTo>
                <a:lnTo>
                  <a:pt x="51902" y="10352"/>
                </a:lnTo>
                <a:lnTo>
                  <a:pt x="51630" y="9996"/>
                </a:lnTo>
                <a:lnTo>
                  <a:pt x="51337" y="9683"/>
                </a:lnTo>
                <a:lnTo>
                  <a:pt x="51002" y="9411"/>
                </a:lnTo>
                <a:lnTo>
                  <a:pt x="50626" y="9160"/>
                </a:lnTo>
                <a:lnTo>
                  <a:pt x="50250" y="8930"/>
                </a:lnTo>
                <a:lnTo>
                  <a:pt x="49811" y="8763"/>
                </a:lnTo>
                <a:lnTo>
                  <a:pt x="26746" y="273"/>
                </a:lnTo>
                <a:lnTo>
                  <a:pt x="26306" y="126"/>
                </a:lnTo>
                <a:lnTo>
                  <a:pt x="25867" y="43"/>
                </a:lnTo>
                <a:lnTo>
                  <a:pt x="2542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7" name="Google Shape;67;p15"/>
          <p:cNvSpPr/>
          <p:nvPr/>
        </p:nvSpPr>
        <p:spPr>
          <a:xfrm rot="-2310683">
            <a:off x="2596708" y="1547059"/>
            <a:ext cx="305577" cy="154076"/>
          </a:xfrm>
          <a:custGeom>
            <a:avLst/>
            <a:gdLst/>
            <a:ahLst/>
            <a:cxnLst/>
            <a:rect l="l" t="t" r="r" b="b"/>
            <a:pathLst>
              <a:path w="5103" h="2573" extrusionOk="0">
                <a:moveTo>
                  <a:pt x="544" y="0"/>
                </a:moveTo>
                <a:lnTo>
                  <a:pt x="440" y="21"/>
                </a:lnTo>
                <a:lnTo>
                  <a:pt x="335" y="42"/>
                </a:lnTo>
                <a:lnTo>
                  <a:pt x="230" y="105"/>
                </a:lnTo>
                <a:lnTo>
                  <a:pt x="168" y="168"/>
                </a:lnTo>
                <a:lnTo>
                  <a:pt x="84" y="251"/>
                </a:lnTo>
                <a:lnTo>
                  <a:pt x="42" y="356"/>
                </a:lnTo>
                <a:lnTo>
                  <a:pt x="21" y="481"/>
                </a:lnTo>
                <a:lnTo>
                  <a:pt x="0" y="586"/>
                </a:lnTo>
                <a:lnTo>
                  <a:pt x="21" y="691"/>
                </a:lnTo>
                <a:lnTo>
                  <a:pt x="63" y="795"/>
                </a:lnTo>
                <a:lnTo>
                  <a:pt x="105" y="879"/>
                </a:lnTo>
                <a:lnTo>
                  <a:pt x="189" y="962"/>
                </a:lnTo>
                <a:lnTo>
                  <a:pt x="272" y="1025"/>
                </a:lnTo>
                <a:lnTo>
                  <a:pt x="377" y="1088"/>
                </a:lnTo>
                <a:lnTo>
                  <a:pt x="4350" y="2552"/>
                </a:lnTo>
                <a:lnTo>
                  <a:pt x="4454" y="2573"/>
                </a:lnTo>
                <a:lnTo>
                  <a:pt x="4559" y="2573"/>
                </a:lnTo>
                <a:lnTo>
                  <a:pt x="4664" y="2552"/>
                </a:lnTo>
                <a:lnTo>
                  <a:pt x="4768" y="2531"/>
                </a:lnTo>
                <a:lnTo>
                  <a:pt x="4873" y="2468"/>
                </a:lnTo>
                <a:lnTo>
                  <a:pt x="4956" y="2405"/>
                </a:lnTo>
                <a:lnTo>
                  <a:pt x="5019" y="2322"/>
                </a:lnTo>
                <a:lnTo>
                  <a:pt x="5061" y="2217"/>
                </a:lnTo>
                <a:lnTo>
                  <a:pt x="5082" y="2113"/>
                </a:lnTo>
                <a:lnTo>
                  <a:pt x="5103" y="1987"/>
                </a:lnTo>
                <a:lnTo>
                  <a:pt x="5082" y="1882"/>
                </a:lnTo>
                <a:lnTo>
                  <a:pt x="5040" y="1778"/>
                </a:lnTo>
                <a:lnTo>
                  <a:pt x="4998" y="1694"/>
                </a:lnTo>
                <a:lnTo>
                  <a:pt x="4914" y="1611"/>
                </a:lnTo>
                <a:lnTo>
                  <a:pt x="4831" y="1548"/>
                </a:lnTo>
                <a:lnTo>
                  <a:pt x="4726" y="1506"/>
                </a:lnTo>
                <a:lnTo>
                  <a:pt x="753" y="42"/>
                </a:lnTo>
                <a:lnTo>
                  <a:pt x="64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8" name="Google Shape;68;p15"/>
          <p:cNvSpPr/>
          <p:nvPr/>
        </p:nvSpPr>
        <p:spPr>
          <a:xfrm rot="-2310683">
            <a:off x="2443412" y="1681105"/>
            <a:ext cx="67667" cy="66409"/>
          </a:xfrm>
          <a:custGeom>
            <a:avLst/>
            <a:gdLst/>
            <a:ahLst/>
            <a:cxnLst/>
            <a:rect l="l" t="t" r="r" b="b"/>
            <a:pathLst>
              <a:path w="1130" h="1109" extrusionOk="0">
                <a:moveTo>
                  <a:pt x="439" y="0"/>
                </a:moveTo>
                <a:lnTo>
                  <a:pt x="335" y="42"/>
                </a:lnTo>
                <a:lnTo>
                  <a:pt x="230" y="105"/>
                </a:lnTo>
                <a:lnTo>
                  <a:pt x="146" y="168"/>
                </a:lnTo>
                <a:lnTo>
                  <a:pt x="84" y="251"/>
                </a:lnTo>
                <a:lnTo>
                  <a:pt x="42" y="356"/>
                </a:lnTo>
                <a:lnTo>
                  <a:pt x="21" y="460"/>
                </a:lnTo>
                <a:lnTo>
                  <a:pt x="0" y="586"/>
                </a:lnTo>
                <a:lnTo>
                  <a:pt x="21" y="690"/>
                </a:lnTo>
                <a:lnTo>
                  <a:pt x="63" y="774"/>
                </a:lnTo>
                <a:lnTo>
                  <a:pt x="105" y="879"/>
                </a:lnTo>
                <a:lnTo>
                  <a:pt x="188" y="962"/>
                </a:lnTo>
                <a:lnTo>
                  <a:pt x="272" y="1025"/>
                </a:lnTo>
                <a:lnTo>
                  <a:pt x="376" y="1067"/>
                </a:lnTo>
                <a:lnTo>
                  <a:pt x="481" y="1109"/>
                </a:lnTo>
                <a:lnTo>
                  <a:pt x="586" y="1109"/>
                </a:lnTo>
                <a:lnTo>
                  <a:pt x="690" y="1088"/>
                </a:lnTo>
                <a:lnTo>
                  <a:pt x="795" y="1067"/>
                </a:lnTo>
                <a:lnTo>
                  <a:pt x="878" y="1004"/>
                </a:lnTo>
                <a:lnTo>
                  <a:pt x="962" y="941"/>
                </a:lnTo>
                <a:lnTo>
                  <a:pt x="1046" y="837"/>
                </a:lnTo>
                <a:lnTo>
                  <a:pt x="1087" y="753"/>
                </a:lnTo>
                <a:lnTo>
                  <a:pt x="1108" y="628"/>
                </a:lnTo>
                <a:lnTo>
                  <a:pt x="1129" y="523"/>
                </a:lnTo>
                <a:lnTo>
                  <a:pt x="1108" y="419"/>
                </a:lnTo>
                <a:lnTo>
                  <a:pt x="1067" y="314"/>
                </a:lnTo>
                <a:lnTo>
                  <a:pt x="1025" y="230"/>
                </a:lnTo>
                <a:lnTo>
                  <a:pt x="941" y="147"/>
                </a:lnTo>
                <a:lnTo>
                  <a:pt x="857" y="84"/>
                </a:lnTo>
                <a:lnTo>
                  <a:pt x="753" y="21"/>
                </a:lnTo>
                <a:lnTo>
                  <a:pt x="648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9" name="Google Shape;69;p15"/>
          <p:cNvSpPr/>
          <p:nvPr/>
        </p:nvSpPr>
        <p:spPr>
          <a:xfrm rot="-2310683">
            <a:off x="3744115" y="5094681"/>
            <a:ext cx="205455" cy="205395"/>
          </a:xfrm>
          <a:custGeom>
            <a:avLst/>
            <a:gdLst/>
            <a:ahLst/>
            <a:cxnLst/>
            <a:rect l="l" t="t" r="r" b="b"/>
            <a:pathLst>
              <a:path w="3431" h="3430" extrusionOk="0">
                <a:moveTo>
                  <a:pt x="1632" y="0"/>
                </a:moveTo>
                <a:lnTo>
                  <a:pt x="1465" y="21"/>
                </a:lnTo>
                <a:lnTo>
                  <a:pt x="1297" y="42"/>
                </a:lnTo>
                <a:lnTo>
                  <a:pt x="1151" y="84"/>
                </a:lnTo>
                <a:lnTo>
                  <a:pt x="1005" y="147"/>
                </a:lnTo>
                <a:lnTo>
                  <a:pt x="858" y="230"/>
                </a:lnTo>
                <a:lnTo>
                  <a:pt x="712" y="314"/>
                </a:lnTo>
                <a:lnTo>
                  <a:pt x="586" y="418"/>
                </a:lnTo>
                <a:lnTo>
                  <a:pt x="461" y="544"/>
                </a:lnTo>
                <a:lnTo>
                  <a:pt x="356" y="669"/>
                </a:lnTo>
                <a:lnTo>
                  <a:pt x="252" y="816"/>
                </a:lnTo>
                <a:lnTo>
                  <a:pt x="168" y="962"/>
                </a:lnTo>
                <a:lnTo>
                  <a:pt x="105" y="1109"/>
                </a:lnTo>
                <a:lnTo>
                  <a:pt x="43" y="1297"/>
                </a:lnTo>
                <a:lnTo>
                  <a:pt x="22" y="1464"/>
                </a:lnTo>
                <a:lnTo>
                  <a:pt x="1" y="1631"/>
                </a:lnTo>
                <a:lnTo>
                  <a:pt x="1" y="1799"/>
                </a:lnTo>
                <a:lnTo>
                  <a:pt x="22" y="1966"/>
                </a:lnTo>
                <a:lnTo>
                  <a:pt x="43" y="2112"/>
                </a:lnTo>
                <a:lnTo>
                  <a:pt x="105" y="2280"/>
                </a:lnTo>
                <a:lnTo>
                  <a:pt x="147" y="2426"/>
                </a:lnTo>
                <a:lnTo>
                  <a:pt x="231" y="2572"/>
                </a:lnTo>
                <a:lnTo>
                  <a:pt x="315" y="2719"/>
                </a:lnTo>
                <a:lnTo>
                  <a:pt x="419" y="2844"/>
                </a:lnTo>
                <a:lnTo>
                  <a:pt x="545" y="2970"/>
                </a:lnTo>
                <a:lnTo>
                  <a:pt x="670" y="3074"/>
                </a:lnTo>
                <a:lnTo>
                  <a:pt x="816" y="3179"/>
                </a:lnTo>
                <a:lnTo>
                  <a:pt x="963" y="3262"/>
                </a:lnTo>
                <a:lnTo>
                  <a:pt x="1130" y="3325"/>
                </a:lnTo>
                <a:lnTo>
                  <a:pt x="1297" y="3367"/>
                </a:lnTo>
                <a:lnTo>
                  <a:pt x="1465" y="3409"/>
                </a:lnTo>
                <a:lnTo>
                  <a:pt x="1632" y="3430"/>
                </a:lnTo>
                <a:lnTo>
                  <a:pt x="1799" y="3430"/>
                </a:lnTo>
                <a:lnTo>
                  <a:pt x="1967" y="3409"/>
                </a:lnTo>
                <a:lnTo>
                  <a:pt x="2134" y="3388"/>
                </a:lnTo>
                <a:lnTo>
                  <a:pt x="2280" y="3325"/>
                </a:lnTo>
                <a:lnTo>
                  <a:pt x="2427" y="3262"/>
                </a:lnTo>
                <a:lnTo>
                  <a:pt x="2573" y="3200"/>
                </a:lnTo>
                <a:lnTo>
                  <a:pt x="2719" y="3095"/>
                </a:lnTo>
                <a:lnTo>
                  <a:pt x="2845" y="2991"/>
                </a:lnTo>
                <a:lnTo>
                  <a:pt x="2970" y="2886"/>
                </a:lnTo>
                <a:lnTo>
                  <a:pt x="3075" y="2761"/>
                </a:lnTo>
                <a:lnTo>
                  <a:pt x="3179" y="2614"/>
                </a:lnTo>
                <a:lnTo>
                  <a:pt x="3263" y="2468"/>
                </a:lnTo>
                <a:lnTo>
                  <a:pt x="3326" y="2300"/>
                </a:lnTo>
                <a:lnTo>
                  <a:pt x="3368" y="2133"/>
                </a:lnTo>
                <a:lnTo>
                  <a:pt x="3409" y="1966"/>
                </a:lnTo>
                <a:lnTo>
                  <a:pt x="3430" y="1799"/>
                </a:lnTo>
                <a:lnTo>
                  <a:pt x="3430" y="1631"/>
                </a:lnTo>
                <a:lnTo>
                  <a:pt x="3409" y="1464"/>
                </a:lnTo>
                <a:lnTo>
                  <a:pt x="3388" y="1297"/>
                </a:lnTo>
                <a:lnTo>
                  <a:pt x="3326" y="1150"/>
                </a:lnTo>
                <a:lnTo>
                  <a:pt x="3263" y="983"/>
                </a:lnTo>
                <a:lnTo>
                  <a:pt x="3200" y="837"/>
                </a:lnTo>
                <a:lnTo>
                  <a:pt x="3117" y="711"/>
                </a:lnTo>
                <a:lnTo>
                  <a:pt x="3012" y="586"/>
                </a:lnTo>
                <a:lnTo>
                  <a:pt x="2887" y="460"/>
                </a:lnTo>
                <a:lnTo>
                  <a:pt x="2761" y="356"/>
                </a:lnTo>
                <a:lnTo>
                  <a:pt x="2615" y="251"/>
                </a:lnTo>
                <a:lnTo>
                  <a:pt x="2468" y="168"/>
                </a:lnTo>
                <a:lnTo>
                  <a:pt x="2301" y="105"/>
                </a:lnTo>
                <a:lnTo>
                  <a:pt x="2134" y="42"/>
                </a:lnTo>
                <a:lnTo>
                  <a:pt x="1967" y="21"/>
                </a:lnTo>
                <a:lnTo>
                  <a:pt x="179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0" name="Google Shape;70;p15"/>
          <p:cNvSpPr/>
          <p:nvPr/>
        </p:nvSpPr>
        <p:spPr>
          <a:xfrm rot="-2310683">
            <a:off x="1880382" y="1474891"/>
            <a:ext cx="1878316" cy="1291053"/>
          </a:xfrm>
          <a:custGeom>
            <a:avLst/>
            <a:gdLst/>
            <a:ahLst/>
            <a:cxnLst/>
            <a:rect l="l" t="t" r="r" b="b"/>
            <a:pathLst>
              <a:path w="31367" h="21560" extrusionOk="0">
                <a:moveTo>
                  <a:pt x="4036" y="5374"/>
                </a:moveTo>
                <a:lnTo>
                  <a:pt x="4162" y="5416"/>
                </a:lnTo>
                <a:lnTo>
                  <a:pt x="28147" y="14094"/>
                </a:lnTo>
                <a:lnTo>
                  <a:pt x="28251" y="14136"/>
                </a:lnTo>
                <a:lnTo>
                  <a:pt x="28356" y="14220"/>
                </a:lnTo>
                <a:lnTo>
                  <a:pt x="28418" y="14303"/>
                </a:lnTo>
                <a:lnTo>
                  <a:pt x="28481" y="14408"/>
                </a:lnTo>
                <a:lnTo>
                  <a:pt x="28523" y="14512"/>
                </a:lnTo>
                <a:lnTo>
                  <a:pt x="28544" y="14617"/>
                </a:lnTo>
                <a:lnTo>
                  <a:pt x="28523" y="14742"/>
                </a:lnTo>
                <a:lnTo>
                  <a:pt x="28502" y="14847"/>
                </a:lnTo>
                <a:lnTo>
                  <a:pt x="28460" y="14931"/>
                </a:lnTo>
                <a:lnTo>
                  <a:pt x="28418" y="15014"/>
                </a:lnTo>
                <a:lnTo>
                  <a:pt x="28356" y="15077"/>
                </a:lnTo>
                <a:lnTo>
                  <a:pt x="28272" y="15140"/>
                </a:lnTo>
                <a:lnTo>
                  <a:pt x="28209" y="15182"/>
                </a:lnTo>
                <a:lnTo>
                  <a:pt x="28126" y="15203"/>
                </a:lnTo>
                <a:lnTo>
                  <a:pt x="28042" y="15223"/>
                </a:lnTo>
                <a:lnTo>
                  <a:pt x="27937" y="15244"/>
                </a:lnTo>
                <a:lnTo>
                  <a:pt x="27854" y="15223"/>
                </a:lnTo>
                <a:lnTo>
                  <a:pt x="27749" y="15203"/>
                </a:lnTo>
                <a:lnTo>
                  <a:pt x="3743" y="6524"/>
                </a:lnTo>
                <a:lnTo>
                  <a:pt x="3639" y="6462"/>
                </a:lnTo>
                <a:lnTo>
                  <a:pt x="3555" y="6399"/>
                </a:lnTo>
                <a:lnTo>
                  <a:pt x="3472" y="6315"/>
                </a:lnTo>
                <a:lnTo>
                  <a:pt x="3430" y="6211"/>
                </a:lnTo>
                <a:lnTo>
                  <a:pt x="3388" y="6106"/>
                </a:lnTo>
                <a:lnTo>
                  <a:pt x="3367" y="6002"/>
                </a:lnTo>
                <a:lnTo>
                  <a:pt x="3367" y="5876"/>
                </a:lnTo>
                <a:lnTo>
                  <a:pt x="3409" y="5772"/>
                </a:lnTo>
                <a:lnTo>
                  <a:pt x="3451" y="5646"/>
                </a:lnTo>
                <a:lnTo>
                  <a:pt x="3513" y="5563"/>
                </a:lnTo>
                <a:lnTo>
                  <a:pt x="3597" y="5479"/>
                </a:lnTo>
                <a:lnTo>
                  <a:pt x="3702" y="5437"/>
                </a:lnTo>
                <a:lnTo>
                  <a:pt x="3806" y="5395"/>
                </a:lnTo>
                <a:lnTo>
                  <a:pt x="3932" y="5374"/>
                </a:lnTo>
                <a:close/>
                <a:moveTo>
                  <a:pt x="2907" y="8511"/>
                </a:moveTo>
                <a:lnTo>
                  <a:pt x="3011" y="8553"/>
                </a:lnTo>
                <a:lnTo>
                  <a:pt x="27017" y="17231"/>
                </a:lnTo>
                <a:lnTo>
                  <a:pt x="27122" y="17273"/>
                </a:lnTo>
                <a:lnTo>
                  <a:pt x="27206" y="17356"/>
                </a:lnTo>
                <a:lnTo>
                  <a:pt x="27289" y="17440"/>
                </a:lnTo>
                <a:lnTo>
                  <a:pt x="27352" y="17545"/>
                </a:lnTo>
                <a:lnTo>
                  <a:pt x="27373" y="17649"/>
                </a:lnTo>
                <a:lnTo>
                  <a:pt x="27394" y="17754"/>
                </a:lnTo>
                <a:lnTo>
                  <a:pt x="27394" y="17879"/>
                </a:lnTo>
                <a:lnTo>
                  <a:pt x="27373" y="17984"/>
                </a:lnTo>
                <a:lnTo>
                  <a:pt x="27331" y="18067"/>
                </a:lnTo>
                <a:lnTo>
                  <a:pt x="27268" y="18151"/>
                </a:lnTo>
                <a:lnTo>
                  <a:pt x="27206" y="18214"/>
                </a:lnTo>
                <a:lnTo>
                  <a:pt x="27143" y="18276"/>
                </a:lnTo>
                <a:lnTo>
                  <a:pt x="27059" y="18318"/>
                </a:lnTo>
                <a:lnTo>
                  <a:pt x="26996" y="18339"/>
                </a:lnTo>
                <a:lnTo>
                  <a:pt x="26892" y="18360"/>
                </a:lnTo>
                <a:lnTo>
                  <a:pt x="26808" y="18381"/>
                </a:lnTo>
                <a:lnTo>
                  <a:pt x="26704" y="18360"/>
                </a:lnTo>
                <a:lnTo>
                  <a:pt x="26620" y="18339"/>
                </a:lnTo>
                <a:lnTo>
                  <a:pt x="2614" y="9661"/>
                </a:lnTo>
                <a:lnTo>
                  <a:pt x="2510" y="9598"/>
                </a:lnTo>
                <a:lnTo>
                  <a:pt x="2426" y="9536"/>
                </a:lnTo>
                <a:lnTo>
                  <a:pt x="2342" y="9452"/>
                </a:lnTo>
                <a:lnTo>
                  <a:pt x="2280" y="9347"/>
                </a:lnTo>
                <a:lnTo>
                  <a:pt x="2238" y="9243"/>
                </a:lnTo>
                <a:lnTo>
                  <a:pt x="2238" y="9138"/>
                </a:lnTo>
                <a:lnTo>
                  <a:pt x="2238" y="9013"/>
                </a:lnTo>
                <a:lnTo>
                  <a:pt x="2259" y="8908"/>
                </a:lnTo>
                <a:lnTo>
                  <a:pt x="2321" y="8783"/>
                </a:lnTo>
                <a:lnTo>
                  <a:pt x="2384" y="8699"/>
                </a:lnTo>
                <a:lnTo>
                  <a:pt x="2468" y="8616"/>
                </a:lnTo>
                <a:lnTo>
                  <a:pt x="2572" y="8574"/>
                </a:lnTo>
                <a:lnTo>
                  <a:pt x="2677" y="8532"/>
                </a:lnTo>
                <a:lnTo>
                  <a:pt x="2781" y="8511"/>
                </a:lnTo>
                <a:close/>
                <a:moveTo>
                  <a:pt x="4977" y="0"/>
                </a:moveTo>
                <a:lnTo>
                  <a:pt x="4789" y="63"/>
                </a:lnTo>
                <a:lnTo>
                  <a:pt x="4643" y="147"/>
                </a:lnTo>
                <a:lnTo>
                  <a:pt x="4475" y="251"/>
                </a:lnTo>
                <a:lnTo>
                  <a:pt x="4329" y="377"/>
                </a:lnTo>
                <a:lnTo>
                  <a:pt x="4203" y="502"/>
                </a:lnTo>
                <a:lnTo>
                  <a:pt x="4078" y="669"/>
                </a:lnTo>
                <a:lnTo>
                  <a:pt x="3994" y="816"/>
                </a:lnTo>
                <a:lnTo>
                  <a:pt x="3911" y="1004"/>
                </a:lnTo>
                <a:lnTo>
                  <a:pt x="0" y="11627"/>
                </a:lnTo>
                <a:lnTo>
                  <a:pt x="27415" y="21560"/>
                </a:lnTo>
                <a:lnTo>
                  <a:pt x="31283" y="11083"/>
                </a:lnTo>
                <a:lnTo>
                  <a:pt x="31346" y="10853"/>
                </a:lnTo>
                <a:lnTo>
                  <a:pt x="31367" y="10623"/>
                </a:lnTo>
                <a:lnTo>
                  <a:pt x="31367" y="10393"/>
                </a:lnTo>
                <a:lnTo>
                  <a:pt x="31346" y="10184"/>
                </a:lnTo>
                <a:lnTo>
                  <a:pt x="31283" y="9975"/>
                </a:lnTo>
                <a:lnTo>
                  <a:pt x="31179" y="9766"/>
                </a:lnTo>
                <a:lnTo>
                  <a:pt x="31074" y="9577"/>
                </a:lnTo>
                <a:lnTo>
                  <a:pt x="30928" y="9410"/>
                </a:lnTo>
                <a:lnTo>
                  <a:pt x="4977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1" name="Google Shape;71;p15"/>
          <p:cNvSpPr/>
          <p:nvPr/>
        </p:nvSpPr>
        <p:spPr>
          <a:xfrm rot="-2310683">
            <a:off x="2668969" y="3808617"/>
            <a:ext cx="1958497" cy="1513995"/>
          </a:xfrm>
          <a:custGeom>
            <a:avLst/>
            <a:gdLst/>
            <a:ahLst/>
            <a:cxnLst/>
            <a:rect l="l" t="t" r="r" b="b"/>
            <a:pathLst>
              <a:path w="32706" h="25283" extrusionOk="0">
                <a:moveTo>
                  <a:pt x="7361" y="2740"/>
                </a:moveTo>
                <a:lnTo>
                  <a:pt x="7591" y="2761"/>
                </a:lnTo>
                <a:lnTo>
                  <a:pt x="7821" y="2803"/>
                </a:lnTo>
                <a:lnTo>
                  <a:pt x="8030" y="2865"/>
                </a:lnTo>
                <a:lnTo>
                  <a:pt x="8239" y="2949"/>
                </a:lnTo>
                <a:lnTo>
                  <a:pt x="8448" y="3075"/>
                </a:lnTo>
                <a:lnTo>
                  <a:pt x="8636" y="3200"/>
                </a:lnTo>
                <a:lnTo>
                  <a:pt x="8804" y="3325"/>
                </a:lnTo>
                <a:lnTo>
                  <a:pt x="8950" y="3493"/>
                </a:lnTo>
                <a:lnTo>
                  <a:pt x="9097" y="3660"/>
                </a:lnTo>
                <a:lnTo>
                  <a:pt x="9201" y="3848"/>
                </a:lnTo>
                <a:lnTo>
                  <a:pt x="9306" y="4036"/>
                </a:lnTo>
                <a:lnTo>
                  <a:pt x="9389" y="4225"/>
                </a:lnTo>
                <a:lnTo>
                  <a:pt x="9452" y="4434"/>
                </a:lnTo>
                <a:lnTo>
                  <a:pt x="9494" y="4664"/>
                </a:lnTo>
                <a:lnTo>
                  <a:pt x="9515" y="4873"/>
                </a:lnTo>
                <a:lnTo>
                  <a:pt x="9515" y="5103"/>
                </a:lnTo>
                <a:lnTo>
                  <a:pt x="9494" y="5312"/>
                </a:lnTo>
                <a:lnTo>
                  <a:pt x="9452" y="5542"/>
                </a:lnTo>
                <a:lnTo>
                  <a:pt x="9389" y="5751"/>
                </a:lnTo>
                <a:lnTo>
                  <a:pt x="9306" y="5981"/>
                </a:lnTo>
                <a:lnTo>
                  <a:pt x="9180" y="6169"/>
                </a:lnTo>
                <a:lnTo>
                  <a:pt x="9055" y="6358"/>
                </a:lnTo>
                <a:lnTo>
                  <a:pt x="8929" y="6525"/>
                </a:lnTo>
                <a:lnTo>
                  <a:pt x="8762" y="6671"/>
                </a:lnTo>
                <a:lnTo>
                  <a:pt x="8595" y="6818"/>
                </a:lnTo>
                <a:lnTo>
                  <a:pt x="8406" y="6943"/>
                </a:lnTo>
                <a:lnTo>
                  <a:pt x="8218" y="7027"/>
                </a:lnTo>
                <a:lnTo>
                  <a:pt x="8030" y="7110"/>
                </a:lnTo>
                <a:lnTo>
                  <a:pt x="7821" y="7173"/>
                </a:lnTo>
                <a:lnTo>
                  <a:pt x="7591" y="7215"/>
                </a:lnTo>
                <a:lnTo>
                  <a:pt x="7382" y="7257"/>
                </a:lnTo>
                <a:lnTo>
                  <a:pt x="7152" y="7257"/>
                </a:lnTo>
                <a:lnTo>
                  <a:pt x="6943" y="7236"/>
                </a:lnTo>
                <a:lnTo>
                  <a:pt x="6713" y="7173"/>
                </a:lnTo>
                <a:lnTo>
                  <a:pt x="6504" y="7110"/>
                </a:lnTo>
                <a:lnTo>
                  <a:pt x="6274" y="7027"/>
                </a:lnTo>
                <a:lnTo>
                  <a:pt x="6085" y="6922"/>
                </a:lnTo>
                <a:lnTo>
                  <a:pt x="5897" y="6797"/>
                </a:lnTo>
                <a:lnTo>
                  <a:pt x="5730" y="6650"/>
                </a:lnTo>
                <a:lnTo>
                  <a:pt x="5583" y="6483"/>
                </a:lnTo>
                <a:lnTo>
                  <a:pt x="5437" y="6316"/>
                </a:lnTo>
                <a:lnTo>
                  <a:pt x="5312" y="6148"/>
                </a:lnTo>
                <a:lnTo>
                  <a:pt x="5228" y="5960"/>
                </a:lnTo>
                <a:lnTo>
                  <a:pt x="5144" y="5751"/>
                </a:lnTo>
                <a:lnTo>
                  <a:pt x="5082" y="5542"/>
                </a:lnTo>
                <a:lnTo>
                  <a:pt x="5040" y="5333"/>
                </a:lnTo>
                <a:lnTo>
                  <a:pt x="5019" y="5103"/>
                </a:lnTo>
                <a:lnTo>
                  <a:pt x="5019" y="4894"/>
                </a:lnTo>
                <a:lnTo>
                  <a:pt x="5040" y="4664"/>
                </a:lnTo>
                <a:lnTo>
                  <a:pt x="5082" y="4455"/>
                </a:lnTo>
                <a:lnTo>
                  <a:pt x="5144" y="4225"/>
                </a:lnTo>
                <a:lnTo>
                  <a:pt x="5228" y="4016"/>
                </a:lnTo>
                <a:lnTo>
                  <a:pt x="5333" y="3806"/>
                </a:lnTo>
                <a:lnTo>
                  <a:pt x="5458" y="3618"/>
                </a:lnTo>
                <a:lnTo>
                  <a:pt x="5604" y="3451"/>
                </a:lnTo>
                <a:lnTo>
                  <a:pt x="5772" y="3305"/>
                </a:lnTo>
                <a:lnTo>
                  <a:pt x="5939" y="3158"/>
                </a:lnTo>
                <a:lnTo>
                  <a:pt x="6106" y="3054"/>
                </a:lnTo>
                <a:lnTo>
                  <a:pt x="6315" y="2949"/>
                </a:lnTo>
                <a:lnTo>
                  <a:pt x="6504" y="2865"/>
                </a:lnTo>
                <a:lnTo>
                  <a:pt x="6713" y="2803"/>
                </a:lnTo>
                <a:lnTo>
                  <a:pt x="6922" y="2761"/>
                </a:lnTo>
                <a:lnTo>
                  <a:pt x="7152" y="2740"/>
                </a:lnTo>
                <a:close/>
                <a:moveTo>
                  <a:pt x="11710" y="5877"/>
                </a:moveTo>
                <a:lnTo>
                  <a:pt x="11836" y="5918"/>
                </a:lnTo>
                <a:lnTo>
                  <a:pt x="29924" y="12464"/>
                </a:lnTo>
                <a:lnTo>
                  <a:pt x="30029" y="12505"/>
                </a:lnTo>
                <a:lnTo>
                  <a:pt x="30112" y="12589"/>
                </a:lnTo>
                <a:lnTo>
                  <a:pt x="30196" y="12673"/>
                </a:lnTo>
                <a:lnTo>
                  <a:pt x="30259" y="12756"/>
                </a:lnTo>
                <a:lnTo>
                  <a:pt x="30300" y="12882"/>
                </a:lnTo>
                <a:lnTo>
                  <a:pt x="30300" y="12986"/>
                </a:lnTo>
                <a:lnTo>
                  <a:pt x="30300" y="13091"/>
                </a:lnTo>
                <a:lnTo>
                  <a:pt x="30279" y="13216"/>
                </a:lnTo>
                <a:lnTo>
                  <a:pt x="30238" y="13300"/>
                </a:lnTo>
                <a:lnTo>
                  <a:pt x="30196" y="13384"/>
                </a:lnTo>
                <a:lnTo>
                  <a:pt x="30133" y="13446"/>
                </a:lnTo>
                <a:lnTo>
                  <a:pt x="30049" y="13509"/>
                </a:lnTo>
                <a:lnTo>
                  <a:pt x="29987" y="13551"/>
                </a:lnTo>
                <a:lnTo>
                  <a:pt x="29903" y="13572"/>
                </a:lnTo>
                <a:lnTo>
                  <a:pt x="29819" y="13593"/>
                </a:lnTo>
                <a:lnTo>
                  <a:pt x="29715" y="13614"/>
                </a:lnTo>
                <a:lnTo>
                  <a:pt x="29631" y="13593"/>
                </a:lnTo>
                <a:lnTo>
                  <a:pt x="29527" y="13572"/>
                </a:lnTo>
                <a:lnTo>
                  <a:pt x="11439" y="7027"/>
                </a:lnTo>
                <a:lnTo>
                  <a:pt x="11334" y="6964"/>
                </a:lnTo>
                <a:lnTo>
                  <a:pt x="11229" y="6901"/>
                </a:lnTo>
                <a:lnTo>
                  <a:pt x="11167" y="6818"/>
                </a:lnTo>
                <a:lnTo>
                  <a:pt x="11104" y="6713"/>
                </a:lnTo>
                <a:lnTo>
                  <a:pt x="11062" y="6609"/>
                </a:lnTo>
                <a:lnTo>
                  <a:pt x="11041" y="6504"/>
                </a:lnTo>
                <a:lnTo>
                  <a:pt x="11062" y="6378"/>
                </a:lnTo>
                <a:lnTo>
                  <a:pt x="11083" y="6274"/>
                </a:lnTo>
                <a:lnTo>
                  <a:pt x="11125" y="6169"/>
                </a:lnTo>
                <a:lnTo>
                  <a:pt x="11209" y="6065"/>
                </a:lnTo>
                <a:lnTo>
                  <a:pt x="11292" y="6002"/>
                </a:lnTo>
                <a:lnTo>
                  <a:pt x="11376" y="5939"/>
                </a:lnTo>
                <a:lnTo>
                  <a:pt x="11501" y="5898"/>
                </a:lnTo>
                <a:lnTo>
                  <a:pt x="11606" y="5877"/>
                </a:lnTo>
                <a:close/>
                <a:moveTo>
                  <a:pt x="10707" y="8700"/>
                </a:moveTo>
                <a:lnTo>
                  <a:pt x="10811" y="8721"/>
                </a:lnTo>
                <a:lnTo>
                  <a:pt x="28899" y="15287"/>
                </a:lnTo>
                <a:lnTo>
                  <a:pt x="29004" y="15328"/>
                </a:lnTo>
                <a:lnTo>
                  <a:pt x="29108" y="15391"/>
                </a:lnTo>
                <a:lnTo>
                  <a:pt x="29171" y="15475"/>
                </a:lnTo>
                <a:lnTo>
                  <a:pt x="29234" y="15579"/>
                </a:lnTo>
                <a:lnTo>
                  <a:pt x="29276" y="15684"/>
                </a:lnTo>
                <a:lnTo>
                  <a:pt x="29297" y="15809"/>
                </a:lnTo>
                <a:lnTo>
                  <a:pt x="29297" y="15914"/>
                </a:lnTo>
                <a:lnTo>
                  <a:pt x="29255" y="16039"/>
                </a:lnTo>
                <a:lnTo>
                  <a:pt x="29213" y="16123"/>
                </a:lnTo>
                <a:lnTo>
                  <a:pt x="29171" y="16186"/>
                </a:lnTo>
                <a:lnTo>
                  <a:pt x="29108" y="16269"/>
                </a:lnTo>
                <a:lnTo>
                  <a:pt x="29046" y="16311"/>
                </a:lnTo>
                <a:lnTo>
                  <a:pt x="28962" y="16353"/>
                </a:lnTo>
                <a:lnTo>
                  <a:pt x="28878" y="16395"/>
                </a:lnTo>
                <a:lnTo>
                  <a:pt x="28795" y="16416"/>
                </a:lnTo>
                <a:lnTo>
                  <a:pt x="28607" y="16416"/>
                </a:lnTo>
                <a:lnTo>
                  <a:pt x="28502" y="16374"/>
                </a:lnTo>
                <a:lnTo>
                  <a:pt x="10414" y="9829"/>
                </a:lnTo>
                <a:lnTo>
                  <a:pt x="10309" y="9787"/>
                </a:lnTo>
                <a:lnTo>
                  <a:pt x="10226" y="9724"/>
                </a:lnTo>
                <a:lnTo>
                  <a:pt x="10142" y="9641"/>
                </a:lnTo>
                <a:lnTo>
                  <a:pt x="10079" y="9536"/>
                </a:lnTo>
                <a:lnTo>
                  <a:pt x="10038" y="9432"/>
                </a:lnTo>
                <a:lnTo>
                  <a:pt x="10038" y="9306"/>
                </a:lnTo>
                <a:lnTo>
                  <a:pt x="10038" y="9201"/>
                </a:lnTo>
                <a:lnTo>
                  <a:pt x="10058" y="9076"/>
                </a:lnTo>
                <a:lnTo>
                  <a:pt x="10121" y="8971"/>
                </a:lnTo>
                <a:lnTo>
                  <a:pt x="10184" y="8888"/>
                </a:lnTo>
                <a:lnTo>
                  <a:pt x="10268" y="8804"/>
                </a:lnTo>
                <a:lnTo>
                  <a:pt x="10372" y="8741"/>
                </a:lnTo>
                <a:lnTo>
                  <a:pt x="10477" y="8721"/>
                </a:lnTo>
                <a:lnTo>
                  <a:pt x="10581" y="8700"/>
                </a:lnTo>
                <a:close/>
                <a:moveTo>
                  <a:pt x="9557" y="11502"/>
                </a:moveTo>
                <a:lnTo>
                  <a:pt x="9682" y="11523"/>
                </a:lnTo>
                <a:lnTo>
                  <a:pt x="9808" y="11544"/>
                </a:lnTo>
                <a:lnTo>
                  <a:pt x="27896" y="18089"/>
                </a:lnTo>
                <a:lnTo>
                  <a:pt x="28000" y="18151"/>
                </a:lnTo>
                <a:lnTo>
                  <a:pt x="28084" y="18214"/>
                </a:lnTo>
                <a:lnTo>
                  <a:pt x="28167" y="18298"/>
                </a:lnTo>
                <a:lnTo>
                  <a:pt x="28209" y="18402"/>
                </a:lnTo>
                <a:lnTo>
                  <a:pt x="28251" y="18507"/>
                </a:lnTo>
                <a:lnTo>
                  <a:pt x="28272" y="18611"/>
                </a:lnTo>
                <a:lnTo>
                  <a:pt x="28272" y="18737"/>
                </a:lnTo>
                <a:lnTo>
                  <a:pt x="28230" y="18841"/>
                </a:lnTo>
                <a:lnTo>
                  <a:pt x="28209" y="18925"/>
                </a:lnTo>
                <a:lnTo>
                  <a:pt x="28147" y="19009"/>
                </a:lnTo>
                <a:lnTo>
                  <a:pt x="28084" y="19072"/>
                </a:lnTo>
                <a:lnTo>
                  <a:pt x="28021" y="19134"/>
                </a:lnTo>
                <a:lnTo>
                  <a:pt x="27937" y="19176"/>
                </a:lnTo>
                <a:lnTo>
                  <a:pt x="27854" y="19218"/>
                </a:lnTo>
                <a:lnTo>
                  <a:pt x="27770" y="19218"/>
                </a:lnTo>
                <a:lnTo>
                  <a:pt x="27686" y="19239"/>
                </a:lnTo>
                <a:lnTo>
                  <a:pt x="27582" y="19218"/>
                </a:lnTo>
                <a:lnTo>
                  <a:pt x="27477" y="19197"/>
                </a:lnTo>
                <a:lnTo>
                  <a:pt x="9389" y="12652"/>
                </a:lnTo>
                <a:lnTo>
                  <a:pt x="9285" y="12610"/>
                </a:lnTo>
                <a:lnTo>
                  <a:pt x="9201" y="12526"/>
                </a:lnTo>
                <a:lnTo>
                  <a:pt x="9117" y="12443"/>
                </a:lnTo>
                <a:lnTo>
                  <a:pt x="9055" y="12359"/>
                </a:lnTo>
                <a:lnTo>
                  <a:pt x="9034" y="12234"/>
                </a:lnTo>
                <a:lnTo>
                  <a:pt x="9013" y="12129"/>
                </a:lnTo>
                <a:lnTo>
                  <a:pt x="9013" y="12024"/>
                </a:lnTo>
                <a:lnTo>
                  <a:pt x="9034" y="11899"/>
                </a:lnTo>
                <a:lnTo>
                  <a:pt x="9097" y="11794"/>
                </a:lnTo>
                <a:lnTo>
                  <a:pt x="9159" y="11690"/>
                </a:lnTo>
                <a:lnTo>
                  <a:pt x="9243" y="11627"/>
                </a:lnTo>
                <a:lnTo>
                  <a:pt x="9347" y="11564"/>
                </a:lnTo>
                <a:lnTo>
                  <a:pt x="9452" y="11523"/>
                </a:lnTo>
                <a:lnTo>
                  <a:pt x="9557" y="11502"/>
                </a:lnTo>
                <a:close/>
                <a:moveTo>
                  <a:pt x="5291" y="1"/>
                </a:moveTo>
                <a:lnTo>
                  <a:pt x="84" y="14136"/>
                </a:lnTo>
                <a:lnTo>
                  <a:pt x="42" y="14304"/>
                </a:lnTo>
                <a:lnTo>
                  <a:pt x="0" y="14450"/>
                </a:lnTo>
                <a:lnTo>
                  <a:pt x="0" y="14617"/>
                </a:lnTo>
                <a:lnTo>
                  <a:pt x="0" y="14785"/>
                </a:lnTo>
                <a:lnTo>
                  <a:pt x="0" y="14931"/>
                </a:lnTo>
                <a:lnTo>
                  <a:pt x="42" y="15098"/>
                </a:lnTo>
                <a:lnTo>
                  <a:pt x="84" y="15245"/>
                </a:lnTo>
                <a:lnTo>
                  <a:pt x="147" y="15391"/>
                </a:lnTo>
                <a:lnTo>
                  <a:pt x="209" y="15517"/>
                </a:lnTo>
                <a:lnTo>
                  <a:pt x="293" y="15663"/>
                </a:lnTo>
                <a:lnTo>
                  <a:pt x="398" y="15768"/>
                </a:lnTo>
                <a:lnTo>
                  <a:pt x="502" y="15893"/>
                </a:lnTo>
                <a:lnTo>
                  <a:pt x="628" y="15998"/>
                </a:lnTo>
                <a:lnTo>
                  <a:pt x="753" y="16081"/>
                </a:lnTo>
                <a:lnTo>
                  <a:pt x="899" y="16165"/>
                </a:lnTo>
                <a:lnTo>
                  <a:pt x="1067" y="16228"/>
                </a:lnTo>
                <a:lnTo>
                  <a:pt x="25365" y="25178"/>
                </a:lnTo>
                <a:lnTo>
                  <a:pt x="25512" y="25219"/>
                </a:lnTo>
                <a:lnTo>
                  <a:pt x="25679" y="25261"/>
                </a:lnTo>
                <a:lnTo>
                  <a:pt x="25846" y="25282"/>
                </a:lnTo>
                <a:lnTo>
                  <a:pt x="25993" y="25282"/>
                </a:lnTo>
                <a:lnTo>
                  <a:pt x="26160" y="25261"/>
                </a:lnTo>
                <a:lnTo>
                  <a:pt x="26306" y="25240"/>
                </a:lnTo>
                <a:lnTo>
                  <a:pt x="26453" y="25178"/>
                </a:lnTo>
                <a:lnTo>
                  <a:pt x="26599" y="25136"/>
                </a:lnTo>
                <a:lnTo>
                  <a:pt x="26745" y="25052"/>
                </a:lnTo>
                <a:lnTo>
                  <a:pt x="26871" y="24968"/>
                </a:lnTo>
                <a:lnTo>
                  <a:pt x="26996" y="24864"/>
                </a:lnTo>
                <a:lnTo>
                  <a:pt x="27122" y="24759"/>
                </a:lnTo>
                <a:lnTo>
                  <a:pt x="27226" y="24634"/>
                </a:lnTo>
                <a:lnTo>
                  <a:pt x="27310" y="24508"/>
                </a:lnTo>
                <a:lnTo>
                  <a:pt x="27394" y="24362"/>
                </a:lnTo>
                <a:lnTo>
                  <a:pt x="27456" y="24216"/>
                </a:lnTo>
                <a:lnTo>
                  <a:pt x="32705" y="9933"/>
                </a:lnTo>
                <a:lnTo>
                  <a:pt x="5291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2" name="Google Shape;72;p15"/>
          <p:cNvSpPr/>
          <p:nvPr/>
        </p:nvSpPr>
        <p:spPr>
          <a:xfrm rot="-2310683">
            <a:off x="2095336" y="2178682"/>
            <a:ext cx="2238984" cy="2216469"/>
          </a:xfrm>
          <a:custGeom>
            <a:avLst/>
            <a:gdLst/>
            <a:ahLst/>
            <a:cxnLst/>
            <a:rect l="l" t="t" r="r" b="b"/>
            <a:pathLst>
              <a:path w="37390" h="37014" extrusionOk="0">
                <a:moveTo>
                  <a:pt x="9975" y="1"/>
                </a:moveTo>
                <a:lnTo>
                  <a:pt x="1" y="27081"/>
                </a:lnTo>
                <a:lnTo>
                  <a:pt x="27415" y="37013"/>
                </a:lnTo>
                <a:lnTo>
                  <a:pt x="37390" y="9934"/>
                </a:lnTo>
                <a:lnTo>
                  <a:pt x="997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3" name="Google Shape;73;p15"/>
          <p:cNvSpPr/>
          <p:nvPr/>
        </p:nvSpPr>
        <p:spPr>
          <a:xfrm rot="-2310683">
            <a:off x="2060873" y="1792719"/>
            <a:ext cx="1507707" cy="591095"/>
          </a:xfrm>
          <a:custGeom>
            <a:avLst/>
            <a:gdLst/>
            <a:ahLst/>
            <a:cxnLst/>
            <a:rect l="l" t="t" r="r" b="b"/>
            <a:pathLst>
              <a:path w="25178" h="9871" extrusionOk="0">
                <a:moveTo>
                  <a:pt x="566" y="0"/>
                </a:moveTo>
                <a:lnTo>
                  <a:pt x="440" y="21"/>
                </a:lnTo>
                <a:lnTo>
                  <a:pt x="336" y="63"/>
                </a:lnTo>
                <a:lnTo>
                  <a:pt x="231" y="105"/>
                </a:lnTo>
                <a:lnTo>
                  <a:pt x="147" y="189"/>
                </a:lnTo>
                <a:lnTo>
                  <a:pt x="85" y="272"/>
                </a:lnTo>
                <a:lnTo>
                  <a:pt x="43" y="398"/>
                </a:lnTo>
                <a:lnTo>
                  <a:pt x="1" y="502"/>
                </a:lnTo>
                <a:lnTo>
                  <a:pt x="1" y="628"/>
                </a:lnTo>
                <a:lnTo>
                  <a:pt x="22" y="732"/>
                </a:lnTo>
                <a:lnTo>
                  <a:pt x="64" y="837"/>
                </a:lnTo>
                <a:lnTo>
                  <a:pt x="106" y="941"/>
                </a:lnTo>
                <a:lnTo>
                  <a:pt x="189" y="1025"/>
                </a:lnTo>
                <a:lnTo>
                  <a:pt x="273" y="1088"/>
                </a:lnTo>
                <a:lnTo>
                  <a:pt x="377" y="1150"/>
                </a:lnTo>
                <a:lnTo>
                  <a:pt x="24383" y="9829"/>
                </a:lnTo>
                <a:lnTo>
                  <a:pt x="24488" y="9849"/>
                </a:lnTo>
                <a:lnTo>
                  <a:pt x="24571" y="9870"/>
                </a:lnTo>
                <a:lnTo>
                  <a:pt x="24676" y="9849"/>
                </a:lnTo>
                <a:lnTo>
                  <a:pt x="24760" y="9829"/>
                </a:lnTo>
                <a:lnTo>
                  <a:pt x="24843" y="9808"/>
                </a:lnTo>
                <a:lnTo>
                  <a:pt x="24906" y="9766"/>
                </a:lnTo>
                <a:lnTo>
                  <a:pt x="24990" y="9703"/>
                </a:lnTo>
                <a:lnTo>
                  <a:pt x="25052" y="9640"/>
                </a:lnTo>
                <a:lnTo>
                  <a:pt x="25094" y="9557"/>
                </a:lnTo>
                <a:lnTo>
                  <a:pt x="25136" y="9473"/>
                </a:lnTo>
                <a:lnTo>
                  <a:pt x="25157" y="9368"/>
                </a:lnTo>
                <a:lnTo>
                  <a:pt x="25178" y="9243"/>
                </a:lnTo>
                <a:lnTo>
                  <a:pt x="25157" y="9138"/>
                </a:lnTo>
                <a:lnTo>
                  <a:pt x="25115" y="9034"/>
                </a:lnTo>
                <a:lnTo>
                  <a:pt x="25052" y="8929"/>
                </a:lnTo>
                <a:lnTo>
                  <a:pt x="24990" y="8846"/>
                </a:lnTo>
                <a:lnTo>
                  <a:pt x="24885" y="8762"/>
                </a:lnTo>
                <a:lnTo>
                  <a:pt x="24781" y="8720"/>
                </a:lnTo>
                <a:lnTo>
                  <a:pt x="796" y="42"/>
                </a:lnTo>
                <a:lnTo>
                  <a:pt x="670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4" name="Google Shape;74;p15"/>
          <p:cNvSpPr/>
          <p:nvPr/>
        </p:nvSpPr>
        <p:spPr>
          <a:xfrm rot="-2310683">
            <a:off x="2125056" y="1982152"/>
            <a:ext cx="1506449" cy="591155"/>
          </a:xfrm>
          <a:custGeom>
            <a:avLst/>
            <a:gdLst/>
            <a:ahLst/>
            <a:cxnLst/>
            <a:rect l="l" t="t" r="r" b="b"/>
            <a:pathLst>
              <a:path w="25157" h="9872" extrusionOk="0">
                <a:moveTo>
                  <a:pt x="544" y="1"/>
                </a:moveTo>
                <a:lnTo>
                  <a:pt x="440" y="22"/>
                </a:lnTo>
                <a:lnTo>
                  <a:pt x="335" y="64"/>
                </a:lnTo>
                <a:lnTo>
                  <a:pt x="231" y="106"/>
                </a:lnTo>
                <a:lnTo>
                  <a:pt x="147" y="189"/>
                </a:lnTo>
                <a:lnTo>
                  <a:pt x="84" y="273"/>
                </a:lnTo>
                <a:lnTo>
                  <a:pt x="22" y="398"/>
                </a:lnTo>
                <a:lnTo>
                  <a:pt x="1" y="503"/>
                </a:lnTo>
                <a:lnTo>
                  <a:pt x="1" y="628"/>
                </a:lnTo>
                <a:lnTo>
                  <a:pt x="1" y="733"/>
                </a:lnTo>
                <a:lnTo>
                  <a:pt x="43" y="837"/>
                </a:lnTo>
                <a:lnTo>
                  <a:pt x="105" y="942"/>
                </a:lnTo>
                <a:lnTo>
                  <a:pt x="189" y="1026"/>
                </a:lnTo>
                <a:lnTo>
                  <a:pt x="273" y="1088"/>
                </a:lnTo>
                <a:lnTo>
                  <a:pt x="377" y="1151"/>
                </a:lnTo>
                <a:lnTo>
                  <a:pt x="24383" y="9829"/>
                </a:lnTo>
                <a:lnTo>
                  <a:pt x="24467" y="9850"/>
                </a:lnTo>
                <a:lnTo>
                  <a:pt x="24571" y="9871"/>
                </a:lnTo>
                <a:lnTo>
                  <a:pt x="24655" y="9850"/>
                </a:lnTo>
                <a:lnTo>
                  <a:pt x="24759" y="9829"/>
                </a:lnTo>
                <a:lnTo>
                  <a:pt x="24822" y="9808"/>
                </a:lnTo>
                <a:lnTo>
                  <a:pt x="24906" y="9766"/>
                </a:lnTo>
                <a:lnTo>
                  <a:pt x="24969" y="9704"/>
                </a:lnTo>
                <a:lnTo>
                  <a:pt x="25031" y="9641"/>
                </a:lnTo>
                <a:lnTo>
                  <a:pt x="25094" y="9557"/>
                </a:lnTo>
                <a:lnTo>
                  <a:pt x="25136" y="9474"/>
                </a:lnTo>
                <a:lnTo>
                  <a:pt x="25157" y="9369"/>
                </a:lnTo>
                <a:lnTo>
                  <a:pt x="25157" y="9244"/>
                </a:lnTo>
                <a:lnTo>
                  <a:pt x="25136" y="9139"/>
                </a:lnTo>
                <a:lnTo>
                  <a:pt x="25115" y="9035"/>
                </a:lnTo>
                <a:lnTo>
                  <a:pt x="25052" y="8930"/>
                </a:lnTo>
                <a:lnTo>
                  <a:pt x="24969" y="8846"/>
                </a:lnTo>
                <a:lnTo>
                  <a:pt x="24885" y="8763"/>
                </a:lnTo>
                <a:lnTo>
                  <a:pt x="24780" y="8721"/>
                </a:lnTo>
                <a:lnTo>
                  <a:pt x="774" y="43"/>
                </a:lnTo>
                <a:lnTo>
                  <a:pt x="670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5" name="Google Shape;75;p15"/>
          <p:cNvSpPr/>
          <p:nvPr/>
        </p:nvSpPr>
        <p:spPr>
          <a:xfrm rot="-2310683">
            <a:off x="2802825" y="4411007"/>
            <a:ext cx="269289" cy="270547"/>
          </a:xfrm>
          <a:custGeom>
            <a:avLst/>
            <a:gdLst/>
            <a:ahLst/>
            <a:cxnLst/>
            <a:rect l="l" t="t" r="r" b="b"/>
            <a:pathLst>
              <a:path w="4497" h="4518" extrusionOk="0">
                <a:moveTo>
                  <a:pt x="2134" y="1"/>
                </a:moveTo>
                <a:lnTo>
                  <a:pt x="1904" y="22"/>
                </a:lnTo>
                <a:lnTo>
                  <a:pt x="1695" y="64"/>
                </a:lnTo>
                <a:lnTo>
                  <a:pt x="1486" y="126"/>
                </a:lnTo>
                <a:lnTo>
                  <a:pt x="1297" y="210"/>
                </a:lnTo>
                <a:lnTo>
                  <a:pt x="1088" y="315"/>
                </a:lnTo>
                <a:lnTo>
                  <a:pt x="921" y="419"/>
                </a:lnTo>
                <a:lnTo>
                  <a:pt x="754" y="566"/>
                </a:lnTo>
                <a:lnTo>
                  <a:pt x="586" y="712"/>
                </a:lnTo>
                <a:lnTo>
                  <a:pt x="440" y="879"/>
                </a:lnTo>
                <a:lnTo>
                  <a:pt x="315" y="1067"/>
                </a:lnTo>
                <a:lnTo>
                  <a:pt x="210" y="1277"/>
                </a:lnTo>
                <a:lnTo>
                  <a:pt x="126" y="1486"/>
                </a:lnTo>
                <a:lnTo>
                  <a:pt x="64" y="1716"/>
                </a:lnTo>
                <a:lnTo>
                  <a:pt x="22" y="1925"/>
                </a:lnTo>
                <a:lnTo>
                  <a:pt x="1" y="2155"/>
                </a:lnTo>
                <a:lnTo>
                  <a:pt x="1" y="2364"/>
                </a:lnTo>
                <a:lnTo>
                  <a:pt x="22" y="2594"/>
                </a:lnTo>
                <a:lnTo>
                  <a:pt x="64" y="2803"/>
                </a:lnTo>
                <a:lnTo>
                  <a:pt x="126" y="3012"/>
                </a:lnTo>
                <a:lnTo>
                  <a:pt x="210" y="3221"/>
                </a:lnTo>
                <a:lnTo>
                  <a:pt x="294" y="3409"/>
                </a:lnTo>
                <a:lnTo>
                  <a:pt x="419" y="3577"/>
                </a:lnTo>
                <a:lnTo>
                  <a:pt x="565" y="3744"/>
                </a:lnTo>
                <a:lnTo>
                  <a:pt x="712" y="3911"/>
                </a:lnTo>
                <a:lnTo>
                  <a:pt x="879" y="4058"/>
                </a:lnTo>
                <a:lnTo>
                  <a:pt x="1067" y="4183"/>
                </a:lnTo>
                <a:lnTo>
                  <a:pt x="1256" y="4288"/>
                </a:lnTo>
                <a:lnTo>
                  <a:pt x="1486" y="4371"/>
                </a:lnTo>
                <a:lnTo>
                  <a:pt x="1695" y="4434"/>
                </a:lnTo>
                <a:lnTo>
                  <a:pt x="1925" y="4497"/>
                </a:lnTo>
                <a:lnTo>
                  <a:pt x="2134" y="4518"/>
                </a:lnTo>
                <a:lnTo>
                  <a:pt x="2364" y="4518"/>
                </a:lnTo>
                <a:lnTo>
                  <a:pt x="2573" y="4476"/>
                </a:lnTo>
                <a:lnTo>
                  <a:pt x="2803" y="4434"/>
                </a:lnTo>
                <a:lnTo>
                  <a:pt x="3012" y="4371"/>
                </a:lnTo>
                <a:lnTo>
                  <a:pt x="3200" y="4288"/>
                </a:lnTo>
                <a:lnTo>
                  <a:pt x="3388" y="4204"/>
                </a:lnTo>
                <a:lnTo>
                  <a:pt x="3577" y="4079"/>
                </a:lnTo>
                <a:lnTo>
                  <a:pt x="3744" y="3932"/>
                </a:lnTo>
                <a:lnTo>
                  <a:pt x="3911" y="3786"/>
                </a:lnTo>
                <a:lnTo>
                  <a:pt x="4037" y="3619"/>
                </a:lnTo>
                <a:lnTo>
                  <a:pt x="4162" y="3430"/>
                </a:lnTo>
                <a:lnTo>
                  <a:pt x="4288" y="3242"/>
                </a:lnTo>
                <a:lnTo>
                  <a:pt x="4371" y="3012"/>
                </a:lnTo>
                <a:lnTo>
                  <a:pt x="4434" y="2803"/>
                </a:lnTo>
                <a:lnTo>
                  <a:pt x="4476" y="2573"/>
                </a:lnTo>
                <a:lnTo>
                  <a:pt x="4497" y="2364"/>
                </a:lnTo>
                <a:lnTo>
                  <a:pt x="4497" y="2134"/>
                </a:lnTo>
                <a:lnTo>
                  <a:pt x="4476" y="1925"/>
                </a:lnTo>
                <a:lnTo>
                  <a:pt x="4434" y="1695"/>
                </a:lnTo>
                <a:lnTo>
                  <a:pt x="4371" y="1486"/>
                </a:lnTo>
                <a:lnTo>
                  <a:pt x="4288" y="1297"/>
                </a:lnTo>
                <a:lnTo>
                  <a:pt x="4183" y="1109"/>
                </a:lnTo>
                <a:lnTo>
                  <a:pt x="4079" y="921"/>
                </a:lnTo>
                <a:lnTo>
                  <a:pt x="3932" y="754"/>
                </a:lnTo>
                <a:lnTo>
                  <a:pt x="3786" y="586"/>
                </a:lnTo>
                <a:lnTo>
                  <a:pt x="3618" y="461"/>
                </a:lnTo>
                <a:lnTo>
                  <a:pt x="3430" y="336"/>
                </a:lnTo>
                <a:lnTo>
                  <a:pt x="3221" y="210"/>
                </a:lnTo>
                <a:lnTo>
                  <a:pt x="3012" y="126"/>
                </a:lnTo>
                <a:lnTo>
                  <a:pt x="2803" y="64"/>
                </a:lnTo>
                <a:lnTo>
                  <a:pt x="2573" y="22"/>
                </a:lnTo>
                <a:lnTo>
                  <a:pt x="2343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6" name="Google Shape;76;p15"/>
          <p:cNvSpPr/>
          <p:nvPr/>
        </p:nvSpPr>
        <p:spPr>
          <a:xfrm rot="-2310683">
            <a:off x="3223735" y="4207084"/>
            <a:ext cx="1153325" cy="462109"/>
          </a:xfrm>
          <a:custGeom>
            <a:avLst/>
            <a:gdLst/>
            <a:ahLst/>
            <a:cxnLst/>
            <a:rect l="l" t="t" r="r" b="b"/>
            <a:pathLst>
              <a:path w="19260" h="7717" extrusionOk="0">
                <a:moveTo>
                  <a:pt x="544" y="1"/>
                </a:moveTo>
                <a:lnTo>
                  <a:pt x="440" y="22"/>
                </a:lnTo>
                <a:lnTo>
                  <a:pt x="335" y="42"/>
                </a:lnTo>
                <a:lnTo>
                  <a:pt x="231" y="105"/>
                </a:lnTo>
                <a:lnTo>
                  <a:pt x="147" y="189"/>
                </a:lnTo>
                <a:lnTo>
                  <a:pt x="84" y="272"/>
                </a:lnTo>
                <a:lnTo>
                  <a:pt x="21" y="377"/>
                </a:lnTo>
                <a:lnTo>
                  <a:pt x="1" y="502"/>
                </a:lnTo>
                <a:lnTo>
                  <a:pt x="1" y="607"/>
                </a:lnTo>
                <a:lnTo>
                  <a:pt x="1" y="733"/>
                </a:lnTo>
                <a:lnTo>
                  <a:pt x="42" y="837"/>
                </a:lnTo>
                <a:lnTo>
                  <a:pt x="105" y="942"/>
                </a:lnTo>
                <a:lnTo>
                  <a:pt x="189" y="1025"/>
                </a:lnTo>
                <a:lnTo>
                  <a:pt x="272" y="1088"/>
                </a:lnTo>
                <a:lnTo>
                  <a:pt x="377" y="1130"/>
                </a:lnTo>
                <a:lnTo>
                  <a:pt x="18465" y="7675"/>
                </a:lnTo>
                <a:lnTo>
                  <a:pt x="18570" y="7717"/>
                </a:lnTo>
                <a:lnTo>
                  <a:pt x="18758" y="7717"/>
                </a:lnTo>
                <a:lnTo>
                  <a:pt x="18841" y="7696"/>
                </a:lnTo>
                <a:lnTo>
                  <a:pt x="18925" y="7654"/>
                </a:lnTo>
                <a:lnTo>
                  <a:pt x="19009" y="7612"/>
                </a:lnTo>
                <a:lnTo>
                  <a:pt x="19071" y="7570"/>
                </a:lnTo>
                <a:lnTo>
                  <a:pt x="19134" y="7487"/>
                </a:lnTo>
                <a:lnTo>
                  <a:pt x="19176" y="7424"/>
                </a:lnTo>
                <a:lnTo>
                  <a:pt x="19218" y="7340"/>
                </a:lnTo>
                <a:lnTo>
                  <a:pt x="19260" y="7215"/>
                </a:lnTo>
                <a:lnTo>
                  <a:pt x="19260" y="7110"/>
                </a:lnTo>
                <a:lnTo>
                  <a:pt x="19239" y="6985"/>
                </a:lnTo>
                <a:lnTo>
                  <a:pt x="19197" y="6880"/>
                </a:lnTo>
                <a:lnTo>
                  <a:pt x="19134" y="6776"/>
                </a:lnTo>
                <a:lnTo>
                  <a:pt x="19071" y="6692"/>
                </a:lnTo>
                <a:lnTo>
                  <a:pt x="18967" y="6629"/>
                </a:lnTo>
                <a:lnTo>
                  <a:pt x="18862" y="6588"/>
                </a:lnTo>
                <a:lnTo>
                  <a:pt x="774" y="22"/>
                </a:lnTo>
                <a:lnTo>
                  <a:pt x="670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7" name="Google Shape;77;p15"/>
          <p:cNvSpPr/>
          <p:nvPr/>
        </p:nvSpPr>
        <p:spPr>
          <a:xfrm rot="-2310683">
            <a:off x="3280572" y="4376469"/>
            <a:ext cx="1153325" cy="463367"/>
          </a:xfrm>
          <a:custGeom>
            <a:avLst/>
            <a:gdLst/>
            <a:ahLst/>
            <a:cxnLst/>
            <a:rect l="l" t="t" r="r" b="b"/>
            <a:pathLst>
              <a:path w="19260" h="7738" extrusionOk="0">
                <a:moveTo>
                  <a:pt x="545" y="1"/>
                </a:moveTo>
                <a:lnTo>
                  <a:pt x="440" y="22"/>
                </a:lnTo>
                <a:lnTo>
                  <a:pt x="335" y="63"/>
                </a:lnTo>
                <a:lnTo>
                  <a:pt x="231" y="126"/>
                </a:lnTo>
                <a:lnTo>
                  <a:pt x="147" y="189"/>
                </a:lnTo>
                <a:lnTo>
                  <a:pt x="85" y="293"/>
                </a:lnTo>
                <a:lnTo>
                  <a:pt x="22" y="398"/>
                </a:lnTo>
                <a:lnTo>
                  <a:pt x="1" y="523"/>
                </a:lnTo>
                <a:lnTo>
                  <a:pt x="1" y="628"/>
                </a:lnTo>
                <a:lnTo>
                  <a:pt x="22" y="733"/>
                </a:lnTo>
                <a:lnTo>
                  <a:pt x="43" y="858"/>
                </a:lnTo>
                <a:lnTo>
                  <a:pt x="105" y="942"/>
                </a:lnTo>
                <a:lnTo>
                  <a:pt x="189" y="1025"/>
                </a:lnTo>
                <a:lnTo>
                  <a:pt x="273" y="1109"/>
                </a:lnTo>
                <a:lnTo>
                  <a:pt x="377" y="1151"/>
                </a:lnTo>
                <a:lnTo>
                  <a:pt x="18465" y="7696"/>
                </a:lnTo>
                <a:lnTo>
                  <a:pt x="18570" y="7717"/>
                </a:lnTo>
                <a:lnTo>
                  <a:pt x="18674" y="7738"/>
                </a:lnTo>
                <a:lnTo>
                  <a:pt x="18758" y="7717"/>
                </a:lnTo>
                <a:lnTo>
                  <a:pt x="18842" y="7717"/>
                </a:lnTo>
                <a:lnTo>
                  <a:pt x="18925" y="7675"/>
                </a:lnTo>
                <a:lnTo>
                  <a:pt x="19009" y="7633"/>
                </a:lnTo>
                <a:lnTo>
                  <a:pt x="19072" y="7571"/>
                </a:lnTo>
                <a:lnTo>
                  <a:pt x="19135" y="7508"/>
                </a:lnTo>
                <a:lnTo>
                  <a:pt x="19197" y="7424"/>
                </a:lnTo>
                <a:lnTo>
                  <a:pt x="19218" y="7340"/>
                </a:lnTo>
                <a:lnTo>
                  <a:pt x="19260" y="7236"/>
                </a:lnTo>
                <a:lnTo>
                  <a:pt x="19260" y="7110"/>
                </a:lnTo>
                <a:lnTo>
                  <a:pt x="19239" y="7006"/>
                </a:lnTo>
                <a:lnTo>
                  <a:pt x="19197" y="6901"/>
                </a:lnTo>
                <a:lnTo>
                  <a:pt x="19155" y="6797"/>
                </a:lnTo>
                <a:lnTo>
                  <a:pt x="19072" y="6713"/>
                </a:lnTo>
                <a:lnTo>
                  <a:pt x="18988" y="6650"/>
                </a:lnTo>
                <a:lnTo>
                  <a:pt x="18884" y="6588"/>
                </a:lnTo>
                <a:lnTo>
                  <a:pt x="796" y="43"/>
                </a:lnTo>
                <a:lnTo>
                  <a:pt x="670" y="22"/>
                </a:lnTo>
                <a:lnTo>
                  <a:pt x="545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8" name="Google Shape;78;p15"/>
          <p:cNvSpPr/>
          <p:nvPr/>
        </p:nvSpPr>
        <p:spPr>
          <a:xfrm rot="-2310683">
            <a:off x="3165914" y="4037227"/>
            <a:ext cx="1153325" cy="463367"/>
          </a:xfrm>
          <a:custGeom>
            <a:avLst/>
            <a:gdLst/>
            <a:ahLst/>
            <a:cxnLst/>
            <a:rect l="l" t="t" r="r" b="b"/>
            <a:pathLst>
              <a:path w="19260" h="7738" extrusionOk="0">
                <a:moveTo>
                  <a:pt x="565" y="1"/>
                </a:moveTo>
                <a:lnTo>
                  <a:pt x="460" y="22"/>
                </a:lnTo>
                <a:lnTo>
                  <a:pt x="335" y="63"/>
                </a:lnTo>
                <a:lnTo>
                  <a:pt x="251" y="126"/>
                </a:lnTo>
                <a:lnTo>
                  <a:pt x="168" y="189"/>
                </a:lnTo>
                <a:lnTo>
                  <a:pt x="84" y="293"/>
                </a:lnTo>
                <a:lnTo>
                  <a:pt x="42" y="398"/>
                </a:lnTo>
                <a:lnTo>
                  <a:pt x="21" y="502"/>
                </a:lnTo>
                <a:lnTo>
                  <a:pt x="0" y="628"/>
                </a:lnTo>
                <a:lnTo>
                  <a:pt x="21" y="733"/>
                </a:lnTo>
                <a:lnTo>
                  <a:pt x="63" y="837"/>
                </a:lnTo>
                <a:lnTo>
                  <a:pt x="126" y="942"/>
                </a:lnTo>
                <a:lnTo>
                  <a:pt x="188" y="1025"/>
                </a:lnTo>
                <a:lnTo>
                  <a:pt x="293" y="1088"/>
                </a:lnTo>
                <a:lnTo>
                  <a:pt x="398" y="1151"/>
                </a:lnTo>
                <a:lnTo>
                  <a:pt x="18486" y="7696"/>
                </a:lnTo>
                <a:lnTo>
                  <a:pt x="18590" y="7717"/>
                </a:lnTo>
                <a:lnTo>
                  <a:pt x="18674" y="7738"/>
                </a:lnTo>
                <a:lnTo>
                  <a:pt x="18778" y="7717"/>
                </a:lnTo>
                <a:lnTo>
                  <a:pt x="18862" y="7696"/>
                </a:lnTo>
                <a:lnTo>
                  <a:pt x="18946" y="7675"/>
                </a:lnTo>
                <a:lnTo>
                  <a:pt x="19008" y="7633"/>
                </a:lnTo>
                <a:lnTo>
                  <a:pt x="19092" y="7570"/>
                </a:lnTo>
                <a:lnTo>
                  <a:pt x="19155" y="7508"/>
                </a:lnTo>
                <a:lnTo>
                  <a:pt x="19197" y="7424"/>
                </a:lnTo>
                <a:lnTo>
                  <a:pt x="19238" y="7340"/>
                </a:lnTo>
                <a:lnTo>
                  <a:pt x="19259" y="7215"/>
                </a:lnTo>
                <a:lnTo>
                  <a:pt x="19259" y="7110"/>
                </a:lnTo>
                <a:lnTo>
                  <a:pt x="19259" y="7006"/>
                </a:lnTo>
                <a:lnTo>
                  <a:pt x="19218" y="6880"/>
                </a:lnTo>
                <a:lnTo>
                  <a:pt x="19155" y="6797"/>
                </a:lnTo>
                <a:lnTo>
                  <a:pt x="19071" y="6713"/>
                </a:lnTo>
                <a:lnTo>
                  <a:pt x="18988" y="6629"/>
                </a:lnTo>
                <a:lnTo>
                  <a:pt x="18883" y="6588"/>
                </a:lnTo>
                <a:lnTo>
                  <a:pt x="795" y="42"/>
                </a:lnTo>
                <a:lnTo>
                  <a:pt x="669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9" name="Google Shape;79;p15"/>
          <p:cNvSpPr/>
          <p:nvPr/>
        </p:nvSpPr>
        <p:spPr>
          <a:xfrm rot="-2310683">
            <a:off x="3739300" y="3974135"/>
            <a:ext cx="1396267" cy="1776936"/>
          </a:xfrm>
          <a:custGeom>
            <a:avLst/>
            <a:gdLst/>
            <a:ahLst/>
            <a:cxnLst/>
            <a:rect l="l" t="t" r="r" b="b"/>
            <a:pathLst>
              <a:path w="23317" h="29674" extrusionOk="0">
                <a:moveTo>
                  <a:pt x="3033" y="1"/>
                </a:moveTo>
                <a:lnTo>
                  <a:pt x="2573" y="42"/>
                </a:lnTo>
                <a:lnTo>
                  <a:pt x="2175" y="84"/>
                </a:lnTo>
                <a:lnTo>
                  <a:pt x="1799" y="147"/>
                </a:lnTo>
                <a:lnTo>
                  <a:pt x="1464" y="231"/>
                </a:lnTo>
                <a:lnTo>
                  <a:pt x="1172" y="335"/>
                </a:lnTo>
                <a:lnTo>
                  <a:pt x="900" y="461"/>
                </a:lnTo>
                <a:lnTo>
                  <a:pt x="712" y="607"/>
                </a:lnTo>
                <a:lnTo>
                  <a:pt x="461" y="837"/>
                </a:lnTo>
                <a:lnTo>
                  <a:pt x="272" y="1088"/>
                </a:lnTo>
                <a:lnTo>
                  <a:pt x="126" y="1339"/>
                </a:lnTo>
                <a:lnTo>
                  <a:pt x="42" y="1590"/>
                </a:lnTo>
                <a:lnTo>
                  <a:pt x="1" y="1841"/>
                </a:lnTo>
                <a:lnTo>
                  <a:pt x="1" y="2113"/>
                </a:lnTo>
                <a:lnTo>
                  <a:pt x="42" y="2384"/>
                </a:lnTo>
                <a:lnTo>
                  <a:pt x="126" y="2656"/>
                </a:lnTo>
                <a:lnTo>
                  <a:pt x="251" y="2928"/>
                </a:lnTo>
                <a:lnTo>
                  <a:pt x="419" y="3221"/>
                </a:lnTo>
                <a:lnTo>
                  <a:pt x="607" y="3493"/>
                </a:lnTo>
                <a:lnTo>
                  <a:pt x="837" y="3785"/>
                </a:lnTo>
                <a:lnTo>
                  <a:pt x="1109" y="4057"/>
                </a:lnTo>
                <a:lnTo>
                  <a:pt x="1381" y="4350"/>
                </a:lnTo>
                <a:lnTo>
                  <a:pt x="1694" y="4622"/>
                </a:lnTo>
                <a:lnTo>
                  <a:pt x="2050" y="4894"/>
                </a:lnTo>
                <a:lnTo>
                  <a:pt x="2405" y="5166"/>
                </a:lnTo>
                <a:lnTo>
                  <a:pt x="2803" y="5437"/>
                </a:lnTo>
                <a:lnTo>
                  <a:pt x="3200" y="5709"/>
                </a:lnTo>
                <a:lnTo>
                  <a:pt x="3639" y="5960"/>
                </a:lnTo>
                <a:lnTo>
                  <a:pt x="4078" y="6232"/>
                </a:lnTo>
                <a:lnTo>
                  <a:pt x="4517" y="6462"/>
                </a:lnTo>
                <a:lnTo>
                  <a:pt x="5458" y="6943"/>
                </a:lnTo>
                <a:lnTo>
                  <a:pt x="6441" y="7382"/>
                </a:lnTo>
                <a:lnTo>
                  <a:pt x="7445" y="7779"/>
                </a:lnTo>
                <a:lnTo>
                  <a:pt x="8428" y="8135"/>
                </a:lnTo>
                <a:lnTo>
                  <a:pt x="9411" y="8428"/>
                </a:lnTo>
                <a:lnTo>
                  <a:pt x="9118" y="8909"/>
                </a:lnTo>
                <a:lnTo>
                  <a:pt x="8846" y="9390"/>
                </a:lnTo>
                <a:lnTo>
                  <a:pt x="8323" y="10331"/>
                </a:lnTo>
                <a:lnTo>
                  <a:pt x="7842" y="11293"/>
                </a:lnTo>
                <a:lnTo>
                  <a:pt x="7424" y="12234"/>
                </a:lnTo>
                <a:lnTo>
                  <a:pt x="7068" y="13195"/>
                </a:lnTo>
                <a:lnTo>
                  <a:pt x="6734" y="14136"/>
                </a:lnTo>
                <a:lnTo>
                  <a:pt x="6462" y="15057"/>
                </a:lnTo>
                <a:lnTo>
                  <a:pt x="6232" y="15998"/>
                </a:lnTo>
                <a:lnTo>
                  <a:pt x="6044" y="16897"/>
                </a:lnTo>
                <a:lnTo>
                  <a:pt x="5897" y="17796"/>
                </a:lnTo>
                <a:lnTo>
                  <a:pt x="5793" y="18674"/>
                </a:lnTo>
                <a:lnTo>
                  <a:pt x="5709" y="19552"/>
                </a:lnTo>
                <a:lnTo>
                  <a:pt x="5667" y="20389"/>
                </a:lnTo>
                <a:lnTo>
                  <a:pt x="5647" y="21204"/>
                </a:lnTo>
                <a:lnTo>
                  <a:pt x="5667" y="21999"/>
                </a:lnTo>
                <a:lnTo>
                  <a:pt x="5709" y="22773"/>
                </a:lnTo>
                <a:lnTo>
                  <a:pt x="5793" y="23505"/>
                </a:lnTo>
                <a:lnTo>
                  <a:pt x="5877" y="24216"/>
                </a:lnTo>
                <a:lnTo>
                  <a:pt x="6002" y="24906"/>
                </a:lnTo>
                <a:lnTo>
                  <a:pt x="6127" y="25533"/>
                </a:lnTo>
                <a:lnTo>
                  <a:pt x="6274" y="26139"/>
                </a:lnTo>
                <a:lnTo>
                  <a:pt x="6441" y="26704"/>
                </a:lnTo>
                <a:lnTo>
                  <a:pt x="6629" y="27227"/>
                </a:lnTo>
                <a:lnTo>
                  <a:pt x="6818" y="27687"/>
                </a:lnTo>
                <a:lnTo>
                  <a:pt x="7006" y="28126"/>
                </a:lnTo>
                <a:lnTo>
                  <a:pt x="7215" y="28502"/>
                </a:lnTo>
                <a:lnTo>
                  <a:pt x="7424" y="28837"/>
                </a:lnTo>
                <a:lnTo>
                  <a:pt x="7633" y="29130"/>
                </a:lnTo>
                <a:lnTo>
                  <a:pt x="7842" y="29339"/>
                </a:lnTo>
                <a:lnTo>
                  <a:pt x="8051" y="29527"/>
                </a:lnTo>
                <a:lnTo>
                  <a:pt x="8156" y="29590"/>
                </a:lnTo>
                <a:lnTo>
                  <a:pt x="8260" y="29632"/>
                </a:lnTo>
                <a:lnTo>
                  <a:pt x="8365" y="29652"/>
                </a:lnTo>
                <a:lnTo>
                  <a:pt x="8449" y="29673"/>
                </a:lnTo>
                <a:lnTo>
                  <a:pt x="8490" y="29527"/>
                </a:lnTo>
                <a:lnTo>
                  <a:pt x="8553" y="29381"/>
                </a:lnTo>
                <a:lnTo>
                  <a:pt x="8720" y="29046"/>
                </a:lnTo>
                <a:lnTo>
                  <a:pt x="8971" y="28628"/>
                </a:lnTo>
                <a:lnTo>
                  <a:pt x="9264" y="28189"/>
                </a:lnTo>
                <a:lnTo>
                  <a:pt x="9641" y="27708"/>
                </a:lnTo>
                <a:lnTo>
                  <a:pt x="10059" y="27185"/>
                </a:lnTo>
                <a:lnTo>
                  <a:pt x="10519" y="26620"/>
                </a:lnTo>
                <a:lnTo>
                  <a:pt x="11042" y="26035"/>
                </a:lnTo>
                <a:lnTo>
                  <a:pt x="12171" y="24801"/>
                </a:lnTo>
                <a:lnTo>
                  <a:pt x="13425" y="23484"/>
                </a:lnTo>
                <a:lnTo>
                  <a:pt x="14764" y="22124"/>
                </a:lnTo>
                <a:lnTo>
                  <a:pt x="16123" y="20786"/>
                </a:lnTo>
                <a:lnTo>
                  <a:pt x="17482" y="19469"/>
                </a:lnTo>
                <a:lnTo>
                  <a:pt x="18779" y="18235"/>
                </a:lnTo>
                <a:lnTo>
                  <a:pt x="21079" y="16060"/>
                </a:lnTo>
                <a:lnTo>
                  <a:pt x="22710" y="14576"/>
                </a:lnTo>
                <a:lnTo>
                  <a:pt x="23316" y="14011"/>
                </a:lnTo>
                <a:lnTo>
                  <a:pt x="23128" y="13551"/>
                </a:lnTo>
                <a:lnTo>
                  <a:pt x="22877" y="12986"/>
                </a:lnTo>
                <a:lnTo>
                  <a:pt x="22543" y="12380"/>
                </a:lnTo>
                <a:lnTo>
                  <a:pt x="22187" y="11690"/>
                </a:lnTo>
                <a:lnTo>
                  <a:pt x="21769" y="10958"/>
                </a:lnTo>
                <a:lnTo>
                  <a:pt x="21309" y="10184"/>
                </a:lnTo>
                <a:lnTo>
                  <a:pt x="20828" y="9390"/>
                </a:lnTo>
                <a:lnTo>
                  <a:pt x="20305" y="8574"/>
                </a:lnTo>
                <a:lnTo>
                  <a:pt x="19741" y="7738"/>
                </a:lnTo>
                <a:lnTo>
                  <a:pt x="19176" y="6901"/>
                </a:lnTo>
                <a:lnTo>
                  <a:pt x="18611" y="6086"/>
                </a:lnTo>
                <a:lnTo>
                  <a:pt x="18005" y="5291"/>
                </a:lnTo>
                <a:lnTo>
                  <a:pt x="17419" y="4517"/>
                </a:lnTo>
                <a:lnTo>
                  <a:pt x="16834" y="3806"/>
                </a:lnTo>
                <a:lnTo>
                  <a:pt x="16248" y="3116"/>
                </a:lnTo>
                <a:lnTo>
                  <a:pt x="15684" y="2510"/>
                </a:lnTo>
                <a:lnTo>
                  <a:pt x="15412" y="2363"/>
                </a:lnTo>
                <a:lnTo>
                  <a:pt x="15098" y="2238"/>
                </a:lnTo>
                <a:lnTo>
                  <a:pt x="14346" y="1945"/>
                </a:lnTo>
                <a:lnTo>
                  <a:pt x="13467" y="1673"/>
                </a:lnTo>
                <a:lnTo>
                  <a:pt x="12484" y="1381"/>
                </a:lnTo>
                <a:lnTo>
                  <a:pt x="11418" y="1109"/>
                </a:lnTo>
                <a:lnTo>
                  <a:pt x="10289" y="837"/>
                </a:lnTo>
                <a:lnTo>
                  <a:pt x="9118" y="607"/>
                </a:lnTo>
                <a:lnTo>
                  <a:pt x="7926" y="398"/>
                </a:lnTo>
                <a:lnTo>
                  <a:pt x="6734" y="231"/>
                </a:lnTo>
                <a:lnTo>
                  <a:pt x="5605" y="84"/>
                </a:lnTo>
                <a:lnTo>
                  <a:pt x="4496" y="21"/>
                </a:lnTo>
                <a:lnTo>
                  <a:pt x="3995" y="1"/>
                </a:lnTo>
                <a:close/>
              </a:path>
            </a:pathLst>
          </a:custGeom>
          <a:solidFill>
            <a:srgbClr val="FFE0E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0" name="Google Shape;80;p15"/>
          <p:cNvSpPr/>
          <p:nvPr/>
        </p:nvSpPr>
        <p:spPr>
          <a:xfrm rot="-2310683">
            <a:off x="4271643" y="4586177"/>
            <a:ext cx="259288" cy="1298599"/>
          </a:xfrm>
          <a:custGeom>
            <a:avLst/>
            <a:gdLst/>
            <a:ahLst/>
            <a:cxnLst/>
            <a:rect l="l" t="t" r="r" b="b"/>
            <a:pathLst>
              <a:path w="4330" h="21686" extrusionOk="0">
                <a:moveTo>
                  <a:pt x="4287" y="0"/>
                </a:moveTo>
                <a:lnTo>
                  <a:pt x="3869" y="607"/>
                </a:lnTo>
                <a:lnTo>
                  <a:pt x="3451" y="1213"/>
                </a:lnTo>
                <a:lnTo>
                  <a:pt x="3075" y="1841"/>
                </a:lnTo>
                <a:lnTo>
                  <a:pt x="2698" y="2468"/>
                </a:lnTo>
                <a:lnTo>
                  <a:pt x="2343" y="3116"/>
                </a:lnTo>
                <a:lnTo>
                  <a:pt x="2008" y="3764"/>
                </a:lnTo>
                <a:lnTo>
                  <a:pt x="1694" y="4434"/>
                </a:lnTo>
                <a:lnTo>
                  <a:pt x="1402" y="5124"/>
                </a:lnTo>
                <a:lnTo>
                  <a:pt x="1130" y="5814"/>
                </a:lnTo>
                <a:lnTo>
                  <a:pt x="879" y="6504"/>
                </a:lnTo>
                <a:lnTo>
                  <a:pt x="649" y="7215"/>
                </a:lnTo>
                <a:lnTo>
                  <a:pt x="461" y="7947"/>
                </a:lnTo>
                <a:lnTo>
                  <a:pt x="293" y="8679"/>
                </a:lnTo>
                <a:lnTo>
                  <a:pt x="168" y="9410"/>
                </a:lnTo>
                <a:lnTo>
                  <a:pt x="63" y="10163"/>
                </a:lnTo>
                <a:lnTo>
                  <a:pt x="22" y="10916"/>
                </a:lnTo>
                <a:lnTo>
                  <a:pt x="1" y="11669"/>
                </a:lnTo>
                <a:lnTo>
                  <a:pt x="22" y="12422"/>
                </a:lnTo>
                <a:lnTo>
                  <a:pt x="84" y="13174"/>
                </a:lnTo>
                <a:lnTo>
                  <a:pt x="189" y="13927"/>
                </a:lnTo>
                <a:lnTo>
                  <a:pt x="335" y="14659"/>
                </a:lnTo>
                <a:lnTo>
                  <a:pt x="544" y="15391"/>
                </a:lnTo>
                <a:lnTo>
                  <a:pt x="774" y="16102"/>
                </a:lnTo>
                <a:lnTo>
                  <a:pt x="1025" y="16813"/>
                </a:lnTo>
                <a:lnTo>
                  <a:pt x="1339" y="17503"/>
                </a:lnTo>
                <a:lnTo>
                  <a:pt x="1674" y="18151"/>
                </a:lnTo>
                <a:lnTo>
                  <a:pt x="2050" y="18800"/>
                </a:lnTo>
                <a:lnTo>
                  <a:pt x="2447" y="19427"/>
                </a:lnTo>
                <a:lnTo>
                  <a:pt x="2886" y="20033"/>
                </a:lnTo>
                <a:lnTo>
                  <a:pt x="3346" y="20598"/>
                </a:lnTo>
                <a:lnTo>
                  <a:pt x="3827" y="21162"/>
                </a:lnTo>
                <a:lnTo>
                  <a:pt x="4329" y="21685"/>
                </a:lnTo>
                <a:lnTo>
                  <a:pt x="3639" y="20410"/>
                </a:lnTo>
                <a:lnTo>
                  <a:pt x="3305" y="19761"/>
                </a:lnTo>
                <a:lnTo>
                  <a:pt x="2991" y="19113"/>
                </a:lnTo>
                <a:lnTo>
                  <a:pt x="2698" y="18465"/>
                </a:lnTo>
                <a:lnTo>
                  <a:pt x="2426" y="17817"/>
                </a:lnTo>
                <a:lnTo>
                  <a:pt x="2175" y="17148"/>
                </a:lnTo>
                <a:lnTo>
                  <a:pt x="1945" y="16478"/>
                </a:lnTo>
                <a:lnTo>
                  <a:pt x="1757" y="15809"/>
                </a:lnTo>
                <a:lnTo>
                  <a:pt x="1611" y="15119"/>
                </a:lnTo>
                <a:lnTo>
                  <a:pt x="1464" y="14429"/>
                </a:lnTo>
                <a:lnTo>
                  <a:pt x="1360" y="13739"/>
                </a:lnTo>
                <a:lnTo>
                  <a:pt x="1297" y="13049"/>
                </a:lnTo>
                <a:lnTo>
                  <a:pt x="1255" y="12359"/>
                </a:lnTo>
                <a:lnTo>
                  <a:pt x="1255" y="11669"/>
                </a:lnTo>
                <a:lnTo>
                  <a:pt x="1276" y="10979"/>
                </a:lnTo>
                <a:lnTo>
                  <a:pt x="1318" y="10268"/>
                </a:lnTo>
                <a:lnTo>
                  <a:pt x="1402" y="9578"/>
                </a:lnTo>
                <a:lnTo>
                  <a:pt x="1485" y="8888"/>
                </a:lnTo>
                <a:lnTo>
                  <a:pt x="1611" y="8198"/>
                </a:lnTo>
                <a:lnTo>
                  <a:pt x="1757" y="7508"/>
                </a:lnTo>
                <a:lnTo>
                  <a:pt x="1924" y="6817"/>
                </a:lnTo>
                <a:lnTo>
                  <a:pt x="2113" y="6127"/>
                </a:lnTo>
                <a:lnTo>
                  <a:pt x="2322" y="5437"/>
                </a:lnTo>
                <a:lnTo>
                  <a:pt x="2531" y="4768"/>
                </a:lnTo>
                <a:lnTo>
                  <a:pt x="2761" y="4078"/>
                </a:lnTo>
                <a:lnTo>
                  <a:pt x="3242" y="2740"/>
                </a:lnTo>
                <a:lnTo>
                  <a:pt x="3765" y="1381"/>
                </a:lnTo>
                <a:lnTo>
                  <a:pt x="4287" y="0"/>
                </a:lnTo>
                <a:close/>
              </a:path>
            </a:pathLst>
          </a:custGeom>
          <a:solidFill>
            <a:srgbClr val="FFBABB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1" name="Google Shape;81;p15"/>
          <p:cNvSpPr/>
          <p:nvPr/>
        </p:nvSpPr>
        <p:spPr>
          <a:xfrm rot="-2310683">
            <a:off x="4820533" y="5857951"/>
            <a:ext cx="1363691" cy="782656"/>
          </a:xfrm>
          <a:custGeom>
            <a:avLst/>
            <a:gdLst/>
            <a:ahLst/>
            <a:cxnLst/>
            <a:rect l="l" t="t" r="r" b="b"/>
            <a:pathLst>
              <a:path w="22773" h="13070" extrusionOk="0">
                <a:moveTo>
                  <a:pt x="4643" y="0"/>
                </a:moveTo>
                <a:lnTo>
                  <a:pt x="4036" y="21"/>
                </a:lnTo>
                <a:lnTo>
                  <a:pt x="3451" y="63"/>
                </a:lnTo>
                <a:lnTo>
                  <a:pt x="2907" y="105"/>
                </a:lnTo>
                <a:lnTo>
                  <a:pt x="2677" y="356"/>
                </a:lnTo>
                <a:lnTo>
                  <a:pt x="2468" y="607"/>
                </a:lnTo>
                <a:lnTo>
                  <a:pt x="2259" y="857"/>
                </a:lnTo>
                <a:lnTo>
                  <a:pt x="2071" y="1150"/>
                </a:lnTo>
                <a:lnTo>
                  <a:pt x="1903" y="1443"/>
                </a:lnTo>
                <a:lnTo>
                  <a:pt x="1715" y="1757"/>
                </a:lnTo>
                <a:lnTo>
                  <a:pt x="1402" y="2384"/>
                </a:lnTo>
                <a:lnTo>
                  <a:pt x="1130" y="3053"/>
                </a:lnTo>
                <a:lnTo>
                  <a:pt x="879" y="3743"/>
                </a:lnTo>
                <a:lnTo>
                  <a:pt x="670" y="4433"/>
                </a:lnTo>
                <a:lnTo>
                  <a:pt x="481" y="5144"/>
                </a:lnTo>
                <a:lnTo>
                  <a:pt x="335" y="5834"/>
                </a:lnTo>
                <a:lnTo>
                  <a:pt x="210" y="6483"/>
                </a:lnTo>
                <a:lnTo>
                  <a:pt x="126" y="7131"/>
                </a:lnTo>
                <a:lnTo>
                  <a:pt x="63" y="7716"/>
                </a:lnTo>
                <a:lnTo>
                  <a:pt x="21" y="8260"/>
                </a:lnTo>
                <a:lnTo>
                  <a:pt x="1" y="8741"/>
                </a:lnTo>
                <a:lnTo>
                  <a:pt x="1" y="9138"/>
                </a:lnTo>
                <a:lnTo>
                  <a:pt x="42" y="9473"/>
                </a:lnTo>
                <a:lnTo>
                  <a:pt x="20912" y="13070"/>
                </a:lnTo>
                <a:lnTo>
                  <a:pt x="21058" y="12965"/>
                </a:lnTo>
                <a:lnTo>
                  <a:pt x="21204" y="12819"/>
                </a:lnTo>
                <a:lnTo>
                  <a:pt x="21351" y="12630"/>
                </a:lnTo>
                <a:lnTo>
                  <a:pt x="21497" y="12421"/>
                </a:lnTo>
                <a:lnTo>
                  <a:pt x="21623" y="12191"/>
                </a:lnTo>
                <a:lnTo>
                  <a:pt x="21769" y="11919"/>
                </a:lnTo>
                <a:lnTo>
                  <a:pt x="21873" y="11627"/>
                </a:lnTo>
                <a:lnTo>
                  <a:pt x="21999" y="11313"/>
                </a:lnTo>
                <a:lnTo>
                  <a:pt x="22208" y="10623"/>
                </a:lnTo>
                <a:lnTo>
                  <a:pt x="22396" y="9870"/>
                </a:lnTo>
                <a:lnTo>
                  <a:pt x="22543" y="9076"/>
                </a:lnTo>
                <a:lnTo>
                  <a:pt x="22668" y="8281"/>
                </a:lnTo>
                <a:lnTo>
                  <a:pt x="22731" y="7486"/>
                </a:lnTo>
                <a:lnTo>
                  <a:pt x="22773" y="6692"/>
                </a:lnTo>
                <a:lnTo>
                  <a:pt x="22773" y="6336"/>
                </a:lnTo>
                <a:lnTo>
                  <a:pt x="22752" y="5960"/>
                </a:lnTo>
                <a:lnTo>
                  <a:pt x="22710" y="5625"/>
                </a:lnTo>
                <a:lnTo>
                  <a:pt x="22689" y="5291"/>
                </a:lnTo>
                <a:lnTo>
                  <a:pt x="22626" y="4998"/>
                </a:lnTo>
                <a:lnTo>
                  <a:pt x="22564" y="4705"/>
                </a:lnTo>
                <a:lnTo>
                  <a:pt x="22480" y="4454"/>
                </a:lnTo>
                <a:lnTo>
                  <a:pt x="22375" y="4224"/>
                </a:lnTo>
                <a:lnTo>
                  <a:pt x="22250" y="4036"/>
                </a:lnTo>
                <a:lnTo>
                  <a:pt x="22124" y="3869"/>
                </a:lnTo>
                <a:lnTo>
                  <a:pt x="21978" y="3743"/>
                </a:lnTo>
                <a:lnTo>
                  <a:pt x="21811" y="3660"/>
                </a:lnTo>
                <a:lnTo>
                  <a:pt x="21246" y="3409"/>
                </a:lnTo>
                <a:lnTo>
                  <a:pt x="20514" y="3137"/>
                </a:lnTo>
                <a:lnTo>
                  <a:pt x="19636" y="2823"/>
                </a:lnTo>
                <a:lnTo>
                  <a:pt x="18611" y="2509"/>
                </a:lnTo>
                <a:lnTo>
                  <a:pt x="17482" y="2175"/>
                </a:lnTo>
                <a:lnTo>
                  <a:pt x="16248" y="1819"/>
                </a:lnTo>
                <a:lnTo>
                  <a:pt x="14952" y="1485"/>
                </a:lnTo>
                <a:lnTo>
                  <a:pt x="13593" y="1171"/>
                </a:lnTo>
                <a:lnTo>
                  <a:pt x="12192" y="878"/>
                </a:lnTo>
                <a:lnTo>
                  <a:pt x="10770" y="607"/>
                </a:lnTo>
                <a:lnTo>
                  <a:pt x="9348" y="377"/>
                </a:lnTo>
                <a:lnTo>
                  <a:pt x="7947" y="188"/>
                </a:lnTo>
                <a:lnTo>
                  <a:pt x="7257" y="126"/>
                </a:lnTo>
                <a:lnTo>
                  <a:pt x="6567" y="63"/>
                </a:lnTo>
                <a:lnTo>
                  <a:pt x="5918" y="42"/>
                </a:lnTo>
                <a:lnTo>
                  <a:pt x="527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2" name="Google Shape;82;p15"/>
          <p:cNvSpPr/>
          <p:nvPr/>
        </p:nvSpPr>
        <p:spPr>
          <a:xfrm rot="-2310683">
            <a:off x="5318763" y="6281292"/>
            <a:ext cx="2793671" cy="5639917"/>
          </a:xfrm>
          <a:custGeom>
            <a:avLst/>
            <a:gdLst/>
            <a:ahLst/>
            <a:cxnLst/>
            <a:rect l="l" t="t" r="r" b="b"/>
            <a:pathLst>
              <a:path w="46653" h="94184" extrusionOk="0">
                <a:moveTo>
                  <a:pt x="28230" y="0"/>
                </a:moveTo>
                <a:lnTo>
                  <a:pt x="26996" y="42"/>
                </a:lnTo>
                <a:lnTo>
                  <a:pt x="25783" y="147"/>
                </a:lnTo>
                <a:lnTo>
                  <a:pt x="24570" y="3514"/>
                </a:lnTo>
                <a:lnTo>
                  <a:pt x="23253" y="7173"/>
                </a:lnTo>
                <a:lnTo>
                  <a:pt x="21831" y="11062"/>
                </a:lnTo>
                <a:lnTo>
                  <a:pt x="20284" y="15161"/>
                </a:lnTo>
                <a:lnTo>
                  <a:pt x="17001" y="23965"/>
                </a:lnTo>
                <a:lnTo>
                  <a:pt x="13509" y="33333"/>
                </a:lnTo>
                <a:lnTo>
                  <a:pt x="11731" y="38205"/>
                </a:lnTo>
                <a:lnTo>
                  <a:pt x="9954" y="43119"/>
                </a:lnTo>
                <a:lnTo>
                  <a:pt x="8176" y="48096"/>
                </a:lnTo>
                <a:lnTo>
                  <a:pt x="6420" y="53115"/>
                </a:lnTo>
                <a:lnTo>
                  <a:pt x="4705" y="58112"/>
                </a:lnTo>
                <a:lnTo>
                  <a:pt x="3889" y="60622"/>
                </a:lnTo>
                <a:lnTo>
                  <a:pt x="3053" y="63110"/>
                </a:lnTo>
                <a:lnTo>
                  <a:pt x="2258" y="65599"/>
                </a:lnTo>
                <a:lnTo>
                  <a:pt x="1485" y="68045"/>
                </a:lnTo>
                <a:lnTo>
                  <a:pt x="732" y="70492"/>
                </a:lnTo>
                <a:lnTo>
                  <a:pt x="0" y="72917"/>
                </a:lnTo>
                <a:lnTo>
                  <a:pt x="1025" y="73775"/>
                </a:lnTo>
                <a:lnTo>
                  <a:pt x="2070" y="74590"/>
                </a:lnTo>
                <a:lnTo>
                  <a:pt x="3137" y="75427"/>
                </a:lnTo>
                <a:lnTo>
                  <a:pt x="4224" y="76221"/>
                </a:lnTo>
                <a:lnTo>
                  <a:pt x="5311" y="77037"/>
                </a:lnTo>
                <a:lnTo>
                  <a:pt x="6399" y="77811"/>
                </a:lnTo>
                <a:lnTo>
                  <a:pt x="7528" y="78584"/>
                </a:lnTo>
                <a:lnTo>
                  <a:pt x="8636" y="79358"/>
                </a:lnTo>
                <a:lnTo>
                  <a:pt x="9786" y="80111"/>
                </a:lnTo>
                <a:lnTo>
                  <a:pt x="10936" y="80864"/>
                </a:lnTo>
                <a:lnTo>
                  <a:pt x="12108" y="81596"/>
                </a:lnTo>
                <a:lnTo>
                  <a:pt x="13279" y="82307"/>
                </a:lnTo>
                <a:lnTo>
                  <a:pt x="14470" y="83017"/>
                </a:lnTo>
                <a:lnTo>
                  <a:pt x="15662" y="83708"/>
                </a:lnTo>
                <a:lnTo>
                  <a:pt x="16875" y="84398"/>
                </a:lnTo>
                <a:lnTo>
                  <a:pt x="18109" y="85067"/>
                </a:lnTo>
                <a:lnTo>
                  <a:pt x="19343" y="85736"/>
                </a:lnTo>
                <a:lnTo>
                  <a:pt x="20576" y="86384"/>
                </a:lnTo>
                <a:lnTo>
                  <a:pt x="21852" y="87012"/>
                </a:lnTo>
                <a:lnTo>
                  <a:pt x="23107" y="87639"/>
                </a:lnTo>
                <a:lnTo>
                  <a:pt x="24382" y="88266"/>
                </a:lnTo>
                <a:lnTo>
                  <a:pt x="25679" y="88873"/>
                </a:lnTo>
                <a:lnTo>
                  <a:pt x="26975" y="89458"/>
                </a:lnTo>
                <a:lnTo>
                  <a:pt x="28293" y="90023"/>
                </a:lnTo>
                <a:lnTo>
                  <a:pt x="29610" y="90587"/>
                </a:lnTo>
                <a:lnTo>
                  <a:pt x="30948" y="91152"/>
                </a:lnTo>
                <a:lnTo>
                  <a:pt x="32287" y="91675"/>
                </a:lnTo>
                <a:lnTo>
                  <a:pt x="33646" y="92218"/>
                </a:lnTo>
                <a:lnTo>
                  <a:pt x="35005" y="92720"/>
                </a:lnTo>
                <a:lnTo>
                  <a:pt x="36364" y="93222"/>
                </a:lnTo>
                <a:lnTo>
                  <a:pt x="37744" y="93703"/>
                </a:lnTo>
                <a:lnTo>
                  <a:pt x="39145" y="94184"/>
                </a:lnTo>
                <a:lnTo>
                  <a:pt x="39438" y="91633"/>
                </a:lnTo>
                <a:lnTo>
                  <a:pt x="39752" y="88998"/>
                </a:lnTo>
                <a:lnTo>
                  <a:pt x="40337" y="83498"/>
                </a:lnTo>
                <a:lnTo>
                  <a:pt x="40923" y="77706"/>
                </a:lnTo>
                <a:lnTo>
                  <a:pt x="41488" y="71705"/>
                </a:lnTo>
                <a:lnTo>
                  <a:pt x="42031" y="65557"/>
                </a:lnTo>
                <a:lnTo>
                  <a:pt x="42575" y="59304"/>
                </a:lnTo>
                <a:lnTo>
                  <a:pt x="43098" y="53010"/>
                </a:lnTo>
                <a:lnTo>
                  <a:pt x="43600" y="46716"/>
                </a:lnTo>
                <a:lnTo>
                  <a:pt x="44081" y="40505"/>
                </a:lnTo>
                <a:lnTo>
                  <a:pt x="44520" y="34420"/>
                </a:lnTo>
                <a:lnTo>
                  <a:pt x="45356" y="22856"/>
                </a:lnTo>
                <a:lnTo>
                  <a:pt x="46067" y="12463"/>
                </a:lnTo>
                <a:lnTo>
                  <a:pt x="46653" y="3744"/>
                </a:lnTo>
                <a:lnTo>
                  <a:pt x="45293" y="3200"/>
                </a:lnTo>
                <a:lnTo>
                  <a:pt x="43913" y="2719"/>
                </a:lnTo>
                <a:lnTo>
                  <a:pt x="42554" y="2280"/>
                </a:lnTo>
                <a:lnTo>
                  <a:pt x="41216" y="1862"/>
                </a:lnTo>
                <a:lnTo>
                  <a:pt x="39856" y="1485"/>
                </a:lnTo>
                <a:lnTo>
                  <a:pt x="38539" y="1151"/>
                </a:lnTo>
                <a:lnTo>
                  <a:pt x="37201" y="879"/>
                </a:lnTo>
                <a:lnTo>
                  <a:pt x="35883" y="628"/>
                </a:lnTo>
                <a:lnTo>
                  <a:pt x="34587" y="419"/>
                </a:lnTo>
                <a:lnTo>
                  <a:pt x="33290" y="251"/>
                </a:lnTo>
                <a:lnTo>
                  <a:pt x="31994" y="126"/>
                </a:lnTo>
                <a:lnTo>
                  <a:pt x="30718" y="42"/>
                </a:lnTo>
                <a:lnTo>
                  <a:pt x="29464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3" name="Google Shape;83;p15"/>
          <p:cNvSpPr/>
          <p:nvPr/>
        </p:nvSpPr>
        <p:spPr>
          <a:xfrm rot="-2310683">
            <a:off x="511658" y="2524427"/>
            <a:ext cx="1364948" cy="1172128"/>
          </a:xfrm>
          <a:custGeom>
            <a:avLst/>
            <a:gdLst/>
            <a:ahLst/>
            <a:cxnLst/>
            <a:rect l="l" t="t" r="r" b="b"/>
            <a:pathLst>
              <a:path w="22794" h="19574" extrusionOk="0">
                <a:moveTo>
                  <a:pt x="3869" y="1"/>
                </a:moveTo>
                <a:lnTo>
                  <a:pt x="3660" y="22"/>
                </a:lnTo>
                <a:lnTo>
                  <a:pt x="3471" y="64"/>
                </a:lnTo>
                <a:lnTo>
                  <a:pt x="3262" y="126"/>
                </a:lnTo>
                <a:lnTo>
                  <a:pt x="3074" y="189"/>
                </a:lnTo>
                <a:lnTo>
                  <a:pt x="2907" y="294"/>
                </a:lnTo>
                <a:lnTo>
                  <a:pt x="2740" y="398"/>
                </a:lnTo>
                <a:lnTo>
                  <a:pt x="2572" y="524"/>
                </a:lnTo>
                <a:lnTo>
                  <a:pt x="2426" y="670"/>
                </a:lnTo>
                <a:lnTo>
                  <a:pt x="2300" y="837"/>
                </a:lnTo>
                <a:lnTo>
                  <a:pt x="2175" y="1005"/>
                </a:lnTo>
                <a:lnTo>
                  <a:pt x="2070" y="1193"/>
                </a:lnTo>
                <a:lnTo>
                  <a:pt x="1987" y="1381"/>
                </a:lnTo>
                <a:lnTo>
                  <a:pt x="126" y="6525"/>
                </a:lnTo>
                <a:lnTo>
                  <a:pt x="63" y="6713"/>
                </a:lnTo>
                <a:lnTo>
                  <a:pt x="21" y="6922"/>
                </a:lnTo>
                <a:lnTo>
                  <a:pt x="0" y="7131"/>
                </a:lnTo>
                <a:lnTo>
                  <a:pt x="0" y="7341"/>
                </a:lnTo>
                <a:lnTo>
                  <a:pt x="21" y="7550"/>
                </a:lnTo>
                <a:lnTo>
                  <a:pt x="63" y="7738"/>
                </a:lnTo>
                <a:lnTo>
                  <a:pt x="126" y="7947"/>
                </a:lnTo>
                <a:lnTo>
                  <a:pt x="188" y="8135"/>
                </a:lnTo>
                <a:lnTo>
                  <a:pt x="293" y="8303"/>
                </a:lnTo>
                <a:lnTo>
                  <a:pt x="398" y="8470"/>
                </a:lnTo>
                <a:lnTo>
                  <a:pt x="523" y="8637"/>
                </a:lnTo>
                <a:lnTo>
                  <a:pt x="669" y="8783"/>
                </a:lnTo>
                <a:lnTo>
                  <a:pt x="837" y="8909"/>
                </a:lnTo>
                <a:lnTo>
                  <a:pt x="1004" y="9034"/>
                </a:lnTo>
                <a:lnTo>
                  <a:pt x="1192" y="9139"/>
                </a:lnTo>
                <a:lnTo>
                  <a:pt x="1380" y="9223"/>
                </a:lnTo>
                <a:lnTo>
                  <a:pt x="16499" y="14722"/>
                </a:lnTo>
                <a:lnTo>
                  <a:pt x="18778" y="19574"/>
                </a:lnTo>
                <a:lnTo>
                  <a:pt x="20807" y="14053"/>
                </a:lnTo>
                <a:lnTo>
                  <a:pt x="21392" y="12401"/>
                </a:lnTo>
                <a:lnTo>
                  <a:pt x="22668" y="8909"/>
                </a:lnTo>
                <a:lnTo>
                  <a:pt x="22731" y="8721"/>
                </a:lnTo>
                <a:lnTo>
                  <a:pt x="22772" y="8512"/>
                </a:lnTo>
                <a:lnTo>
                  <a:pt x="22793" y="8303"/>
                </a:lnTo>
                <a:lnTo>
                  <a:pt x="22793" y="8093"/>
                </a:lnTo>
                <a:lnTo>
                  <a:pt x="22772" y="7884"/>
                </a:lnTo>
                <a:lnTo>
                  <a:pt x="22731" y="7675"/>
                </a:lnTo>
                <a:lnTo>
                  <a:pt x="22668" y="7487"/>
                </a:lnTo>
                <a:lnTo>
                  <a:pt x="22605" y="7299"/>
                </a:lnTo>
                <a:lnTo>
                  <a:pt x="22500" y="7131"/>
                </a:lnTo>
                <a:lnTo>
                  <a:pt x="22396" y="6943"/>
                </a:lnTo>
                <a:lnTo>
                  <a:pt x="22270" y="6797"/>
                </a:lnTo>
                <a:lnTo>
                  <a:pt x="22124" y="6651"/>
                </a:lnTo>
                <a:lnTo>
                  <a:pt x="21957" y="6525"/>
                </a:lnTo>
                <a:lnTo>
                  <a:pt x="21790" y="6400"/>
                </a:lnTo>
                <a:lnTo>
                  <a:pt x="21601" y="6295"/>
                </a:lnTo>
                <a:lnTo>
                  <a:pt x="21413" y="6211"/>
                </a:lnTo>
                <a:lnTo>
                  <a:pt x="4705" y="126"/>
                </a:lnTo>
                <a:lnTo>
                  <a:pt x="4496" y="64"/>
                </a:lnTo>
                <a:lnTo>
                  <a:pt x="4287" y="22"/>
                </a:lnTo>
                <a:lnTo>
                  <a:pt x="4078" y="1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4" name="Google Shape;84;p15"/>
          <p:cNvSpPr/>
          <p:nvPr/>
        </p:nvSpPr>
        <p:spPr>
          <a:xfrm rot="-2310683">
            <a:off x="1314561" y="2857445"/>
            <a:ext cx="131560" cy="131500"/>
          </a:xfrm>
          <a:custGeom>
            <a:avLst/>
            <a:gdLst/>
            <a:ahLst/>
            <a:cxnLst/>
            <a:rect l="l" t="t" r="r" b="b"/>
            <a:pathLst>
              <a:path w="2197" h="2196" extrusionOk="0">
                <a:moveTo>
                  <a:pt x="1046" y="0"/>
                </a:moveTo>
                <a:lnTo>
                  <a:pt x="837" y="21"/>
                </a:lnTo>
                <a:lnTo>
                  <a:pt x="628" y="105"/>
                </a:lnTo>
                <a:lnTo>
                  <a:pt x="461" y="209"/>
                </a:lnTo>
                <a:lnTo>
                  <a:pt x="294" y="356"/>
                </a:lnTo>
                <a:lnTo>
                  <a:pt x="168" y="523"/>
                </a:lnTo>
                <a:lnTo>
                  <a:pt x="63" y="711"/>
                </a:lnTo>
                <a:lnTo>
                  <a:pt x="22" y="941"/>
                </a:lnTo>
                <a:lnTo>
                  <a:pt x="1" y="1150"/>
                </a:lnTo>
                <a:lnTo>
                  <a:pt x="43" y="1359"/>
                </a:lnTo>
                <a:lnTo>
                  <a:pt x="105" y="1547"/>
                </a:lnTo>
                <a:lnTo>
                  <a:pt x="210" y="1736"/>
                </a:lnTo>
                <a:lnTo>
                  <a:pt x="356" y="1903"/>
                </a:lnTo>
                <a:lnTo>
                  <a:pt x="524" y="2028"/>
                </a:lnTo>
                <a:lnTo>
                  <a:pt x="733" y="2133"/>
                </a:lnTo>
                <a:lnTo>
                  <a:pt x="942" y="2175"/>
                </a:lnTo>
                <a:lnTo>
                  <a:pt x="1151" y="2196"/>
                </a:lnTo>
                <a:lnTo>
                  <a:pt x="1360" y="2154"/>
                </a:lnTo>
                <a:lnTo>
                  <a:pt x="1569" y="2091"/>
                </a:lnTo>
                <a:lnTo>
                  <a:pt x="1736" y="1987"/>
                </a:lnTo>
                <a:lnTo>
                  <a:pt x="1904" y="1840"/>
                </a:lnTo>
                <a:lnTo>
                  <a:pt x="2029" y="1673"/>
                </a:lnTo>
                <a:lnTo>
                  <a:pt x="2134" y="1464"/>
                </a:lnTo>
                <a:lnTo>
                  <a:pt x="2176" y="1255"/>
                </a:lnTo>
                <a:lnTo>
                  <a:pt x="2196" y="1046"/>
                </a:lnTo>
                <a:lnTo>
                  <a:pt x="2155" y="836"/>
                </a:lnTo>
                <a:lnTo>
                  <a:pt x="2092" y="627"/>
                </a:lnTo>
                <a:lnTo>
                  <a:pt x="1987" y="460"/>
                </a:lnTo>
                <a:lnTo>
                  <a:pt x="1841" y="293"/>
                </a:lnTo>
                <a:lnTo>
                  <a:pt x="1674" y="167"/>
                </a:lnTo>
                <a:lnTo>
                  <a:pt x="1465" y="63"/>
                </a:lnTo>
                <a:lnTo>
                  <a:pt x="1255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5" name="Google Shape;85;p15"/>
          <p:cNvSpPr/>
          <p:nvPr/>
        </p:nvSpPr>
        <p:spPr>
          <a:xfrm rot="-2310683">
            <a:off x="1050525" y="2945891"/>
            <a:ext cx="131500" cy="131560"/>
          </a:xfrm>
          <a:custGeom>
            <a:avLst/>
            <a:gdLst/>
            <a:ahLst/>
            <a:cxnLst/>
            <a:rect l="l" t="t" r="r" b="b"/>
            <a:pathLst>
              <a:path w="2196" h="2197" extrusionOk="0">
                <a:moveTo>
                  <a:pt x="1046" y="1"/>
                </a:moveTo>
                <a:lnTo>
                  <a:pt x="837" y="22"/>
                </a:lnTo>
                <a:lnTo>
                  <a:pt x="628" y="105"/>
                </a:lnTo>
                <a:lnTo>
                  <a:pt x="460" y="210"/>
                </a:lnTo>
                <a:lnTo>
                  <a:pt x="293" y="356"/>
                </a:lnTo>
                <a:lnTo>
                  <a:pt x="168" y="524"/>
                </a:lnTo>
                <a:lnTo>
                  <a:pt x="63" y="712"/>
                </a:lnTo>
                <a:lnTo>
                  <a:pt x="21" y="942"/>
                </a:lnTo>
                <a:lnTo>
                  <a:pt x="0" y="1151"/>
                </a:lnTo>
                <a:lnTo>
                  <a:pt x="42" y="1360"/>
                </a:lnTo>
                <a:lnTo>
                  <a:pt x="105" y="1548"/>
                </a:lnTo>
                <a:lnTo>
                  <a:pt x="209" y="1736"/>
                </a:lnTo>
                <a:lnTo>
                  <a:pt x="356" y="1904"/>
                </a:lnTo>
                <a:lnTo>
                  <a:pt x="523" y="2029"/>
                </a:lnTo>
                <a:lnTo>
                  <a:pt x="732" y="2134"/>
                </a:lnTo>
                <a:lnTo>
                  <a:pt x="941" y="2176"/>
                </a:lnTo>
                <a:lnTo>
                  <a:pt x="1150" y="2196"/>
                </a:lnTo>
                <a:lnTo>
                  <a:pt x="1360" y="2155"/>
                </a:lnTo>
                <a:lnTo>
                  <a:pt x="1569" y="2092"/>
                </a:lnTo>
                <a:lnTo>
                  <a:pt x="1736" y="1987"/>
                </a:lnTo>
                <a:lnTo>
                  <a:pt x="1903" y="1841"/>
                </a:lnTo>
                <a:lnTo>
                  <a:pt x="2029" y="1674"/>
                </a:lnTo>
                <a:lnTo>
                  <a:pt x="2133" y="1465"/>
                </a:lnTo>
                <a:lnTo>
                  <a:pt x="2175" y="1255"/>
                </a:lnTo>
                <a:lnTo>
                  <a:pt x="2196" y="1046"/>
                </a:lnTo>
                <a:lnTo>
                  <a:pt x="2154" y="837"/>
                </a:lnTo>
                <a:lnTo>
                  <a:pt x="2091" y="628"/>
                </a:lnTo>
                <a:lnTo>
                  <a:pt x="1987" y="440"/>
                </a:lnTo>
                <a:lnTo>
                  <a:pt x="1841" y="294"/>
                </a:lnTo>
                <a:lnTo>
                  <a:pt x="1673" y="168"/>
                </a:lnTo>
                <a:lnTo>
                  <a:pt x="1464" y="64"/>
                </a:lnTo>
                <a:lnTo>
                  <a:pt x="1255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6" name="Google Shape;86;p15"/>
          <p:cNvSpPr/>
          <p:nvPr/>
        </p:nvSpPr>
        <p:spPr>
          <a:xfrm rot="-2310683">
            <a:off x="786445" y="3034391"/>
            <a:ext cx="131560" cy="131560"/>
          </a:xfrm>
          <a:custGeom>
            <a:avLst/>
            <a:gdLst/>
            <a:ahLst/>
            <a:cxnLst/>
            <a:rect l="l" t="t" r="r" b="b"/>
            <a:pathLst>
              <a:path w="2197" h="2197" extrusionOk="0">
                <a:moveTo>
                  <a:pt x="1046" y="1"/>
                </a:moveTo>
                <a:lnTo>
                  <a:pt x="837" y="21"/>
                </a:lnTo>
                <a:lnTo>
                  <a:pt x="628" y="105"/>
                </a:lnTo>
                <a:lnTo>
                  <a:pt x="461" y="210"/>
                </a:lnTo>
                <a:lnTo>
                  <a:pt x="294" y="335"/>
                </a:lnTo>
                <a:lnTo>
                  <a:pt x="168" y="523"/>
                </a:lnTo>
                <a:lnTo>
                  <a:pt x="64" y="712"/>
                </a:lnTo>
                <a:lnTo>
                  <a:pt x="22" y="942"/>
                </a:lnTo>
                <a:lnTo>
                  <a:pt x="1" y="1151"/>
                </a:lnTo>
                <a:lnTo>
                  <a:pt x="43" y="1360"/>
                </a:lnTo>
                <a:lnTo>
                  <a:pt x="105" y="1548"/>
                </a:lnTo>
                <a:lnTo>
                  <a:pt x="210" y="1736"/>
                </a:lnTo>
                <a:lnTo>
                  <a:pt x="356" y="1903"/>
                </a:lnTo>
                <a:lnTo>
                  <a:pt x="524" y="2029"/>
                </a:lnTo>
                <a:lnTo>
                  <a:pt x="733" y="2113"/>
                </a:lnTo>
                <a:lnTo>
                  <a:pt x="942" y="2175"/>
                </a:lnTo>
                <a:lnTo>
                  <a:pt x="1151" y="2196"/>
                </a:lnTo>
                <a:lnTo>
                  <a:pt x="1360" y="2154"/>
                </a:lnTo>
                <a:lnTo>
                  <a:pt x="1569" y="2092"/>
                </a:lnTo>
                <a:lnTo>
                  <a:pt x="1737" y="1987"/>
                </a:lnTo>
                <a:lnTo>
                  <a:pt x="1904" y="1841"/>
                </a:lnTo>
                <a:lnTo>
                  <a:pt x="2029" y="1673"/>
                </a:lnTo>
                <a:lnTo>
                  <a:pt x="2134" y="1464"/>
                </a:lnTo>
                <a:lnTo>
                  <a:pt x="2176" y="1255"/>
                </a:lnTo>
                <a:lnTo>
                  <a:pt x="2197" y="1046"/>
                </a:lnTo>
                <a:lnTo>
                  <a:pt x="2155" y="837"/>
                </a:lnTo>
                <a:lnTo>
                  <a:pt x="2092" y="628"/>
                </a:lnTo>
                <a:lnTo>
                  <a:pt x="1987" y="440"/>
                </a:lnTo>
                <a:lnTo>
                  <a:pt x="1841" y="293"/>
                </a:lnTo>
                <a:lnTo>
                  <a:pt x="1674" y="168"/>
                </a:lnTo>
                <a:lnTo>
                  <a:pt x="1486" y="63"/>
                </a:lnTo>
                <a:lnTo>
                  <a:pt x="1256" y="1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7" name="Google Shape;87;p15"/>
          <p:cNvSpPr/>
          <p:nvPr/>
        </p:nvSpPr>
        <p:spPr>
          <a:xfrm rot="-2310683">
            <a:off x="2422321" y="2795539"/>
            <a:ext cx="742596" cy="742596"/>
          </a:xfrm>
          <a:custGeom>
            <a:avLst/>
            <a:gdLst/>
            <a:ahLst/>
            <a:cxnLst/>
            <a:rect l="l" t="t" r="r" b="b"/>
            <a:pathLst>
              <a:path w="12401" h="12401" extrusionOk="0">
                <a:moveTo>
                  <a:pt x="5877" y="1"/>
                </a:moveTo>
                <a:lnTo>
                  <a:pt x="5584" y="22"/>
                </a:lnTo>
                <a:lnTo>
                  <a:pt x="5291" y="63"/>
                </a:lnTo>
                <a:lnTo>
                  <a:pt x="4998" y="126"/>
                </a:lnTo>
                <a:lnTo>
                  <a:pt x="4706" y="189"/>
                </a:lnTo>
                <a:lnTo>
                  <a:pt x="4413" y="273"/>
                </a:lnTo>
                <a:lnTo>
                  <a:pt x="4120" y="356"/>
                </a:lnTo>
                <a:lnTo>
                  <a:pt x="3848" y="461"/>
                </a:lnTo>
                <a:lnTo>
                  <a:pt x="3576" y="586"/>
                </a:lnTo>
                <a:lnTo>
                  <a:pt x="3305" y="712"/>
                </a:lnTo>
                <a:lnTo>
                  <a:pt x="3054" y="858"/>
                </a:lnTo>
                <a:lnTo>
                  <a:pt x="2803" y="1025"/>
                </a:lnTo>
                <a:lnTo>
                  <a:pt x="2552" y="1193"/>
                </a:lnTo>
                <a:lnTo>
                  <a:pt x="2322" y="1360"/>
                </a:lnTo>
                <a:lnTo>
                  <a:pt x="2092" y="1569"/>
                </a:lnTo>
                <a:lnTo>
                  <a:pt x="1862" y="1757"/>
                </a:lnTo>
                <a:lnTo>
                  <a:pt x="1653" y="1987"/>
                </a:lnTo>
                <a:lnTo>
                  <a:pt x="1464" y="2217"/>
                </a:lnTo>
                <a:lnTo>
                  <a:pt x="1276" y="2447"/>
                </a:lnTo>
                <a:lnTo>
                  <a:pt x="1088" y="2698"/>
                </a:lnTo>
                <a:lnTo>
                  <a:pt x="921" y="2949"/>
                </a:lnTo>
                <a:lnTo>
                  <a:pt x="774" y="3221"/>
                </a:lnTo>
                <a:lnTo>
                  <a:pt x="628" y="3493"/>
                </a:lnTo>
                <a:lnTo>
                  <a:pt x="503" y="3786"/>
                </a:lnTo>
                <a:lnTo>
                  <a:pt x="377" y="4078"/>
                </a:lnTo>
                <a:lnTo>
                  <a:pt x="273" y="4392"/>
                </a:lnTo>
                <a:lnTo>
                  <a:pt x="189" y="4685"/>
                </a:lnTo>
                <a:lnTo>
                  <a:pt x="126" y="4998"/>
                </a:lnTo>
                <a:lnTo>
                  <a:pt x="63" y="5312"/>
                </a:lnTo>
                <a:lnTo>
                  <a:pt x="43" y="5605"/>
                </a:lnTo>
                <a:lnTo>
                  <a:pt x="22" y="5919"/>
                </a:lnTo>
                <a:lnTo>
                  <a:pt x="1" y="6211"/>
                </a:lnTo>
                <a:lnTo>
                  <a:pt x="22" y="6525"/>
                </a:lnTo>
                <a:lnTo>
                  <a:pt x="43" y="6818"/>
                </a:lnTo>
                <a:lnTo>
                  <a:pt x="84" y="7110"/>
                </a:lnTo>
                <a:lnTo>
                  <a:pt x="126" y="7424"/>
                </a:lnTo>
                <a:lnTo>
                  <a:pt x="189" y="7696"/>
                </a:lnTo>
                <a:lnTo>
                  <a:pt x="273" y="7989"/>
                </a:lnTo>
                <a:lnTo>
                  <a:pt x="377" y="8282"/>
                </a:lnTo>
                <a:lnTo>
                  <a:pt x="482" y="8553"/>
                </a:lnTo>
                <a:lnTo>
                  <a:pt x="586" y="8825"/>
                </a:lnTo>
                <a:lnTo>
                  <a:pt x="733" y="9097"/>
                </a:lnTo>
                <a:lnTo>
                  <a:pt x="879" y="9348"/>
                </a:lnTo>
                <a:lnTo>
                  <a:pt x="1025" y="9599"/>
                </a:lnTo>
                <a:lnTo>
                  <a:pt x="1193" y="9850"/>
                </a:lnTo>
                <a:lnTo>
                  <a:pt x="1381" y="10080"/>
                </a:lnTo>
                <a:lnTo>
                  <a:pt x="1569" y="10310"/>
                </a:lnTo>
                <a:lnTo>
                  <a:pt x="1778" y="10540"/>
                </a:lnTo>
                <a:lnTo>
                  <a:pt x="1987" y="10749"/>
                </a:lnTo>
                <a:lnTo>
                  <a:pt x="2217" y="10937"/>
                </a:lnTo>
                <a:lnTo>
                  <a:pt x="2468" y="11146"/>
                </a:lnTo>
                <a:lnTo>
                  <a:pt x="2698" y="11314"/>
                </a:lnTo>
                <a:lnTo>
                  <a:pt x="2970" y="11481"/>
                </a:lnTo>
                <a:lnTo>
                  <a:pt x="3242" y="11627"/>
                </a:lnTo>
                <a:lnTo>
                  <a:pt x="3514" y="11774"/>
                </a:lnTo>
                <a:lnTo>
                  <a:pt x="3806" y="11920"/>
                </a:lnTo>
                <a:lnTo>
                  <a:pt x="4099" y="12025"/>
                </a:lnTo>
                <a:lnTo>
                  <a:pt x="4392" y="12129"/>
                </a:lnTo>
                <a:lnTo>
                  <a:pt x="4706" y="12213"/>
                </a:lnTo>
                <a:lnTo>
                  <a:pt x="5019" y="12276"/>
                </a:lnTo>
                <a:lnTo>
                  <a:pt x="5312" y="12338"/>
                </a:lnTo>
                <a:lnTo>
                  <a:pt x="5626" y="12380"/>
                </a:lnTo>
                <a:lnTo>
                  <a:pt x="5919" y="12401"/>
                </a:lnTo>
                <a:lnTo>
                  <a:pt x="6232" y="12401"/>
                </a:lnTo>
                <a:lnTo>
                  <a:pt x="6525" y="12380"/>
                </a:lnTo>
                <a:lnTo>
                  <a:pt x="6839" y="12359"/>
                </a:lnTo>
                <a:lnTo>
                  <a:pt x="7131" y="12338"/>
                </a:lnTo>
                <a:lnTo>
                  <a:pt x="7424" y="12276"/>
                </a:lnTo>
                <a:lnTo>
                  <a:pt x="7717" y="12213"/>
                </a:lnTo>
                <a:lnTo>
                  <a:pt x="8010" y="12129"/>
                </a:lnTo>
                <a:lnTo>
                  <a:pt x="8281" y="12045"/>
                </a:lnTo>
                <a:lnTo>
                  <a:pt x="8574" y="11941"/>
                </a:lnTo>
                <a:lnTo>
                  <a:pt x="8846" y="11815"/>
                </a:lnTo>
                <a:lnTo>
                  <a:pt x="9097" y="11669"/>
                </a:lnTo>
                <a:lnTo>
                  <a:pt x="9369" y="11544"/>
                </a:lnTo>
                <a:lnTo>
                  <a:pt x="9620" y="11376"/>
                </a:lnTo>
                <a:lnTo>
                  <a:pt x="9871" y="11209"/>
                </a:lnTo>
                <a:lnTo>
                  <a:pt x="10101" y="11021"/>
                </a:lnTo>
                <a:lnTo>
                  <a:pt x="10331" y="10833"/>
                </a:lnTo>
                <a:lnTo>
                  <a:pt x="10540" y="10624"/>
                </a:lnTo>
                <a:lnTo>
                  <a:pt x="10749" y="10414"/>
                </a:lnTo>
                <a:lnTo>
                  <a:pt x="10958" y="10184"/>
                </a:lnTo>
                <a:lnTo>
                  <a:pt x="11146" y="9954"/>
                </a:lnTo>
                <a:lnTo>
                  <a:pt x="11334" y="9703"/>
                </a:lnTo>
                <a:lnTo>
                  <a:pt x="11502" y="9432"/>
                </a:lnTo>
                <a:lnTo>
                  <a:pt x="11648" y="9181"/>
                </a:lnTo>
                <a:lnTo>
                  <a:pt x="11795" y="8888"/>
                </a:lnTo>
                <a:lnTo>
                  <a:pt x="11920" y="8595"/>
                </a:lnTo>
                <a:lnTo>
                  <a:pt x="12045" y="8302"/>
                </a:lnTo>
                <a:lnTo>
                  <a:pt x="12129" y="8010"/>
                </a:lnTo>
                <a:lnTo>
                  <a:pt x="12213" y="7696"/>
                </a:lnTo>
                <a:lnTo>
                  <a:pt x="12296" y="7403"/>
                </a:lnTo>
                <a:lnTo>
                  <a:pt x="12338" y="7090"/>
                </a:lnTo>
                <a:lnTo>
                  <a:pt x="12380" y="6776"/>
                </a:lnTo>
                <a:lnTo>
                  <a:pt x="12401" y="6483"/>
                </a:lnTo>
                <a:lnTo>
                  <a:pt x="12401" y="6169"/>
                </a:lnTo>
                <a:lnTo>
                  <a:pt x="12401" y="5877"/>
                </a:lnTo>
                <a:lnTo>
                  <a:pt x="12380" y="5563"/>
                </a:lnTo>
                <a:lnTo>
                  <a:pt x="12338" y="5270"/>
                </a:lnTo>
                <a:lnTo>
                  <a:pt x="12296" y="4978"/>
                </a:lnTo>
                <a:lnTo>
                  <a:pt x="12213" y="4685"/>
                </a:lnTo>
                <a:lnTo>
                  <a:pt x="12150" y="4392"/>
                </a:lnTo>
                <a:lnTo>
                  <a:pt x="12045" y="4120"/>
                </a:lnTo>
                <a:lnTo>
                  <a:pt x="11941" y="3848"/>
                </a:lnTo>
                <a:lnTo>
                  <a:pt x="11815" y="3577"/>
                </a:lnTo>
                <a:lnTo>
                  <a:pt x="11690" y="3305"/>
                </a:lnTo>
                <a:lnTo>
                  <a:pt x="11544" y="3033"/>
                </a:lnTo>
                <a:lnTo>
                  <a:pt x="11397" y="2782"/>
                </a:lnTo>
                <a:lnTo>
                  <a:pt x="11209" y="2552"/>
                </a:lnTo>
                <a:lnTo>
                  <a:pt x="11042" y="2301"/>
                </a:lnTo>
                <a:lnTo>
                  <a:pt x="10833" y="2071"/>
                </a:lnTo>
                <a:lnTo>
                  <a:pt x="10644" y="1862"/>
                </a:lnTo>
                <a:lnTo>
                  <a:pt x="10414" y="1653"/>
                </a:lnTo>
                <a:lnTo>
                  <a:pt x="10205" y="1444"/>
                </a:lnTo>
                <a:lnTo>
                  <a:pt x="9954" y="1255"/>
                </a:lnTo>
                <a:lnTo>
                  <a:pt x="9703" y="1088"/>
                </a:lnTo>
                <a:lnTo>
                  <a:pt x="9452" y="921"/>
                </a:lnTo>
                <a:lnTo>
                  <a:pt x="9181" y="754"/>
                </a:lnTo>
                <a:lnTo>
                  <a:pt x="8909" y="607"/>
                </a:lnTo>
                <a:lnTo>
                  <a:pt x="8616" y="482"/>
                </a:lnTo>
                <a:lnTo>
                  <a:pt x="8323" y="377"/>
                </a:lnTo>
                <a:lnTo>
                  <a:pt x="8010" y="273"/>
                </a:lnTo>
                <a:lnTo>
                  <a:pt x="7717" y="189"/>
                </a:lnTo>
                <a:lnTo>
                  <a:pt x="7403" y="105"/>
                </a:lnTo>
                <a:lnTo>
                  <a:pt x="7110" y="63"/>
                </a:lnTo>
                <a:lnTo>
                  <a:pt x="6797" y="22"/>
                </a:lnTo>
                <a:lnTo>
                  <a:pt x="6483" y="1"/>
                </a:lnTo>
                <a:close/>
              </a:path>
            </a:pathLst>
          </a:custGeom>
          <a:solidFill>
            <a:srgbClr val="CC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8" name="Google Shape;88;p15"/>
          <p:cNvSpPr/>
          <p:nvPr/>
        </p:nvSpPr>
        <p:spPr>
          <a:xfrm rot="-2310683">
            <a:off x="2653260" y="3198669"/>
            <a:ext cx="351925" cy="243001"/>
          </a:xfrm>
          <a:custGeom>
            <a:avLst/>
            <a:gdLst/>
            <a:ahLst/>
            <a:cxnLst/>
            <a:rect l="l" t="t" r="r" b="b"/>
            <a:pathLst>
              <a:path w="5877" h="4058" extrusionOk="0">
                <a:moveTo>
                  <a:pt x="2698" y="1"/>
                </a:moveTo>
                <a:lnTo>
                  <a:pt x="2405" y="22"/>
                </a:lnTo>
                <a:lnTo>
                  <a:pt x="2113" y="85"/>
                </a:lnTo>
                <a:lnTo>
                  <a:pt x="1841" y="168"/>
                </a:lnTo>
                <a:lnTo>
                  <a:pt x="1569" y="273"/>
                </a:lnTo>
                <a:lnTo>
                  <a:pt x="1318" y="419"/>
                </a:lnTo>
                <a:lnTo>
                  <a:pt x="1067" y="565"/>
                </a:lnTo>
                <a:lnTo>
                  <a:pt x="837" y="754"/>
                </a:lnTo>
                <a:lnTo>
                  <a:pt x="628" y="963"/>
                </a:lnTo>
                <a:lnTo>
                  <a:pt x="440" y="1193"/>
                </a:lnTo>
                <a:lnTo>
                  <a:pt x="272" y="1444"/>
                </a:lnTo>
                <a:lnTo>
                  <a:pt x="126" y="1716"/>
                </a:lnTo>
                <a:lnTo>
                  <a:pt x="1" y="1987"/>
                </a:lnTo>
                <a:lnTo>
                  <a:pt x="5709" y="4058"/>
                </a:lnTo>
                <a:lnTo>
                  <a:pt x="5793" y="3765"/>
                </a:lnTo>
                <a:lnTo>
                  <a:pt x="5856" y="3451"/>
                </a:lnTo>
                <a:lnTo>
                  <a:pt x="5877" y="3158"/>
                </a:lnTo>
                <a:lnTo>
                  <a:pt x="5877" y="2866"/>
                </a:lnTo>
                <a:lnTo>
                  <a:pt x="5856" y="2573"/>
                </a:lnTo>
                <a:lnTo>
                  <a:pt x="5793" y="2280"/>
                </a:lnTo>
                <a:lnTo>
                  <a:pt x="5709" y="2008"/>
                </a:lnTo>
                <a:lnTo>
                  <a:pt x="5605" y="1737"/>
                </a:lnTo>
                <a:lnTo>
                  <a:pt x="5458" y="1486"/>
                </a:lnTo>
                <a:lnTo>
                  <a:pt x="5312" y="1235"/>
                </a:lnTo>
                <a:lnTo>
                  <a:pt x="5124" y="1005"/>
                </a:lnTo>
                <a:lnTo>
                  <a:pt x="4915" y="796"/>
                </a:lnTo>
                <a:lnTo>
                  <a:pt x="4685" y="607"/>
                </a:lnTo>
                <a:lnTo>
                  <a:pt x="4434" y="440"/>
                </a:lnTo>
                <a:lnTo>
                  <a:pt x="4162" y="294"/>
                </a:lnTo>
                <a:lnTo>
                  <a:pt x="3890" y="168"/>
                </a:lnTo>
                <a:lnTo>
                  <a:pt x="3597" y="85"/>
                </a:lnTo>
                <a:lnTo>
                  <a:pt x="3284" y="22"/>
                </a:lnTo>
                <a:lnTo>
                  <a:pt x="299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89" name="Google Shape;89;p15"/>
          <p:cNvSpPr/>
          <p:nvPr/>
        </p:nvSpPr>
        <p:spPr>
          <a:xfrm rot="-2310683">
            <a:off x="2655189" y="2957059"/>
            <a:ext cx="206712" cy="206652"/>
          </a:xfrm>
          <a:custGeom>
            <a:avLst/>
            <a:gdLst/>
            <a:ahLst/>
            <a:cxnLst/>
            <a:rect l="l" t="t" r="r" b="b"/>
            <a:pathLst>
              <a:path w="3452" h="3451" extrusionOk="0">
                <a:moveTo>
                  <a:pt x="1632" y="0"/>
                </a:moveTo>
                <a:lnTo>
                  <a:pt x="1465" y="21"/>
                </a:lnTo>
                <a:lnTo>
                  <a:pt x="1297" y="63"/>
                </a:lnTo>
                <a:lnTo>
                  <a:pt x="1151" y="105"/>
                </a:lnTo>
                <a:lnTo>
                  <a:pt x="984" y="167"/>
                </a:lnTo>
                <a:lnTo>
                  <a:pt x="837" y="251"/>
                </a:lnTo>
                <a:lnTo>
                  <a:pt x="712" y="335"/>
                </a:lnTo>
                <a:lnTo>
                  <a:pt x="565" y="439"/>
                </a:lnTo>
                <a:lnTo>
                  <a:pt x="461" y="565"/>
                </a:lnTo>
                <a:lnTo>
                  <a:pt x="335" y="690"/>
                </a:lnTo>
                <a:lnTo>
                  <a:pt x="252" y="816"/>
                </a:lnTo>
                <a:lnTo>
                  <a:pt x="168" y="983"/>
                </a:lnTo>
                <a:lnTo>
                  <a:pt x="105" y="1150"/>
                </a:lnTo>
                <a:lnTo>
                  <a:pt x="43" y="1318"/>
                </a:lnTo>
                <a:lnTo>
                  <a:pt x="22" y="1485"/>
                </a:lnTo>
                <a:lnTo>
                  <a:pt x="1" y="1652"/>
                </a:lnTo>
                <a:lnTo>
                  <a:pt x="1" y="1819"/>
                </a:lnTo>
                <a:lnTo>
                  <a:pt x="22" y="1987"/>
                </a:lnTo>
                <a:lnTo>
                  <a:pt x="43" y="2154"/>
                </a:lnTo>
                <a:lnTo>
                  <a:pt x="105" y="2300"/>
                </a:lnTo>
                <a:lnTo>
                  <a:pt x="168" y="2468"/>
                </a:lnTo>
                <a:lnTo>
                  <a:pt x="231" y="2614"/>
                </a:lnTo>
                <a:lnTo>
                  <a:pt x="335" y="2740"/>
                </a:lnTo>
                <a:lnTo>
                  <a:pt x="440" y="2865"/>
                </a:lnTo>
                <a:lnTo>
                  <a:pt x="545" y="2990"/>
                </a:lnTo>
                <a:lnTo>
                  <a:pt x="670" y="3095"/>
                </a:lnTo>
                <a:lnTo>
                  <a:pt x="816" y="3200"/>
                </a:lnTo>
                <a:lnTo>
                  <a:pt x="963" y="3283"/>
                </a:lnTo>
                <a:lnTo>
                  <a:pt x="1130" y="3346"/>
                </a:lnTo>
                <a:lnTo>
                  <a:pt x="1297" y="3409"/>
                </a:lnTo>
                <a:lnTo>
                  <a:pt x="1465" y="3430"/>
                </a:lnTo>
                <a:lnTo>
                  <a:pt x="1632" y="3450"/>
                </a:lnTo>
                <a:lnTo>
                  <a:pt x="1799" y="3450"/>
                </a:lnTo>
                <a:lnTo>
                  <a:pt x="1967" y="3430"/>
                </a:lnTo>
                <a:lnTo>
                  <a:pt x="2134" y="3409"/>
                </a:lnTo>
                <a:lnTo>
                  <a:pt x="2301" y="3346"/>
                </a:lnTo>
                <a:lnTo>
                  <a:pt x="2447" y="3283"/>
                </a:lnTo>
                <a:lnTo>
                  <a:pt x="2594" y="3220"/>
                </a:lnTo>
                <a:lnTo>
                  <a:pt x="2740" y="3116"/>
                </a:lnTo>
                <a:lnTo>
                  <a:pt x="2866" y="3011"/>
                </a:lnTo>
                <a:lnTo>
                  <a:pt x="2991" y="2907"/>
                </a:lnTo>
                <a:lnTo>
                  <a:pt x="3096" y="2760"/>
                </a:lnTo>
                <a:lnTo>
                  <a:pt x="3179" y="2635"/>
                </a:lnTo>
                <a:lnTo>
                  <a:pt x="3263" y="2468"/>
                </a:lnTo>
                <a:lnTo>
                  <a:pt x="3347" y="2321"/>
                </a:lnTo>
                <a:lnTo>
                  <a:pt x="3388" y="2154"/>
                </a:lnTo>
                <a:lnTo>
                  <a:pt x="3430" y="1966"/>
                </a:lnTo>
                <a:lnTo>
                  <a:pt x="3451" y="1799"/>
                </a:lnTo>
                <a:lnTo>
                  <a:pt x="3430" y="1631"/>
                </a:lnTo>
                <a:lnTo>
                  <a:pt x="3430" y="1464"/>
                </a:lnTo>
                <a:lnTo>
                  <a:pt x="3388" y="1318"/>
                </a:lnTo>
                <a:lnTo>
                  <a:pt x="3347" y="1150"/>
                </a:lnTo>
                <a:lnTo>
                  <a:pt x="3284" y="1004"/>
                </a:lnTo>
                <a:lnTo>
                  <a:pt x="3200" y="858"/>
                </a:lnTo>
                <a:lnTo>
                  <a:pt x="3117" y="711"/>
                </a:lnTo>
                <a:lnTo>
                  <a:pt x="3012" y="586"/>
                </a:lnTo>
                <a:lnTo>
                  <a:pt x="2887" y="460"/>
                </a:lnTo>
                <a:lnTo>
                  <a:pt x="2761" y="356"/>
                </a:lnTo>
                <a:lnTo>
                  <a:pt x="2615" y="251"/>
                </a:lnTo>
                <a:lnTo>
                  <a:pt x="2468" y="167"/>
                </a:lnTo>
                <a:lnTo>
                  <a:pt x="2301" y="105"/>
                </a:lnTo>
                <a:lnTo>
                  <a:pt x="2134" y="63"/>
                </a:lnTo>
                <a:lnTo>
                  <a:pt x="1967" y="21"/>
                </a:lnTo>
                <a:lnTo>
                  <a:pt x="179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0" name="Google Shape;90;p15"/>
          <p:cNvSpPr/>
          <p:nvPr/>
        </p:nvSpPr>
        <p:spPr>
          <a:xfrm rot="-2310683">
            <a:off x="3325264" y="1831044"/>
            <a:ext cx="2624624" cy="1423752"/>
          </a:xfrm>
          <a:custGeom>
            <a:avLst/>
            <a:gdLst/>
            <a:ahLst/>
            <a:cxnLst/>
            <a:rect l="l" t="t" r="r" b="b"/>
            <a:pathLst>
              <a:path w="43830" h="23776" extrusionOk="0">
                <a:moveTo>
                  <a:pt x="5876" y="0"/>
                </a:moveTo>
                <a:lnTo>
                  <a:pt x="5584" y="21"/>
                </a:lnTo>
                <a:lnTo>
                  <a:pt x="5270" y="63"/>
                </a:lnTo>
                <a:lnTo>
                  <a:pt x="4977" y="126"/>
                </a:lnTo>
                <a:lnTo>
                  <a:pt x="4685" y="188"/>
                </a:lnTo>
                <a:lnTo>
                  <a:pt x="4392" y="251"/>
                </a:lnTo>
                <a:lnTo>
                  <a:pt x="4120" y="356"/>
                </a:lnTo>
                <a:lnTo>
                  <a:pt x="3848" y="460"/>
                </a:lnTo>
                <a:lnTo>
                  <a:pt x="3576" y="586"/>
                </a:lnTo>
                <a:lnTo>
                  <a:pt x="3304" y="711"/>
                </a:lnTo>
                <a:lnTo>
                  <a:pt x="3033" y="857"/>
                </a:lnTo>
                <a:lnTo>
                  <a:pt x="2782" y="1025"/>
                </a:lnTo>
                <a:lnTo>
                  <a:pt x="2552" y="1192"/>
                </a:lnTo>
                <a:lnTo>
                  <a:pt x="2301" y="1359"/>
                </a:lnTo>
                <a:lnTo>
                  <a:pt x="2071" y="1568"/>
                </a:lnTo>
                <a:lnTo>
                  <a:pt x="1862" y="1757"/>
                </a:lnTo>
                <a:lnTo>
                  <a:pt x="1652" y="1987"/>
                </a:lnTo>
                <a:lnTo>
                  <a:pt x="1443" y="2217"/>
                </a:lnTo>
                <a:lnTo>
                  <a:pt x="1255" y="2447"/>
                </a:lnTo>
                <a:lnTo>
                  <a:pt x="1088" y="2698"/>
                </a:lnTo>
                <a:lnTo>
                  <a:pt x="921" y="2949"/>
                </a:lnTo>
                <a:lnTo>
                  <a:pt x="753" y="3220"/>
                </a:lnTo>
                <a:lnTo>
                  <a:pt x="607" y="3492"/>
                </a:lnTo>
                <a:lnTo>
                  <a:pt x="481" y="3785"/>
                </a:lnTo>
                <a:lnTo>
                  <a:pt x="377" y="4078"/>
                </a:lnTo>
                <a:lnTo>
                  <a:pt x="272" y="4391"/>
                </a:lnTo>
                <a:lnTo>
                  <a:pt x="189" y="4684"/>
                </a:lnTo>
                <a:lnTo>
                  <a:pt x="105" y="4998"/>
                </a:lnTo>
                <a:lnTo>
                  <a:pt x="63" y="5311"/>
                </a:lnTo>
                <a:lnTo>
                  <a:pt x="21" y="5604"/>
                </a:lnTo>
                <a:lnTo>
                  <a:pt x="0" y="5918"/>
                </a:lnTo>
                <a:lnTo>
                  <a:pt x="0" y="6211"/>
                </a:lnTo>
                <a:lnTo>
                  <a:pt x="0" y="6524"/>
                </a:lnTo>
                <a:lnTo>
                  <a:pt x="21" y="6817"/>
                </a:lnTo>
                <a:lnTo>
                  <a:pt x="63" y="7110"/>
                </a:lnTo>
                <a:lnTo>
                  <a:pt x="126" y="7403"/>
                </a:lnTo>
                <a:lnTo>
                  <a:pt x="189" y="7695"/>
                </a:lnTo>
                <a:lnTo>
                  <a:pt x="272" y="7988"/>
                </a:lnTo>
                <a:lnTo>
                  <a:pt x="356" y="8281"/>
                </a:lnTo>
                <a:lnTo>
                  <a:pt x="460" y="8553"/>
                </a:lnTo>
                <a:lnTo>
                  <a:pt x="586" y="8825"/>
                </a:lnTo>
                <a:lnTo>
                  <a:pt x="711" y="9096"/>
                </a:lnTo>
                <a:lnTo>
                  <a:pt x="858" y="9347"/>
                </a:lnTo>
                <a:lnTo>
                  <a:pt x="1025" y="9598"/>
                </a:lnTo>
                <a:lnTo>
                  <a:pt x="1192" y="9849"/>
                </a:lnTo>
                <a:lnTo>
                  <a:pt x="1360" y="10079"/>
                </a:lnTo>
                <a:lnTo>
                  <a:pt x="1569" y="10309"/>
                </a:lnTo>
                <a:lnTo>
                  <a:pt x="1778" y="10539"/>
                </a:lnTo>
                <a:lnTo>
                  <a:pt x="1987" y="10748"/>
                </a:lnTo>
                <a:lnTo>
                  <a:pt x="2217" y="10937"/>
                </a:lnTo>
                <a:lnTo>
                  <a:pt x="2447" y="11125"/>
                </a:lnTo>
                <a:lnTo>
                  <a:pt x="2698" y="11313"/>
                </a:lnTo>
                <a:lnTo>
                  <a:pt x="2949" y="11480"/>
                </a:lnTo>
                <a:lnTo>
                  <a:pt x="3221" y="11627"/>
                </a:lnTo>
                <a:lnTo>
                  <a:pt x="3493" y="11773"/>
                </a:lnTo>
                <a:lnTo>
                  <a:pt x="3785" y="11898"/>
                </a:lnTo>
                <a:lnTo>
                  <a:pt x="4078" y="12024"/>
                </a:lnTo>
                <a:lnTo>
                  <a:pt x="35528" y="23400"/>
                </a:lnTo>
                <a:lnTo>
                  <a:pt x="35821" y="23504"/>
                </a:lnTo>
                <a:lnTo>
                  <a:pt x="36135" y="23588"/>
                </a:lnTo>
                <a:lnTo>
                  <a:pt x="36427" y="23671"/>
                </a:lnTo>
                <a:lnTo>
                  <a:pt x="36741" y="23713"/>
                </a:lnTo>
                <a:lnTo>
                  <a:pt x="37034" y="23755"/>
                </a:lnTo>
                <a:lnTo>
                  <a:pt x="37348" y="23776"/>
                </a:lnTo>
                <a:lnTo>
                  <a:pt x="37954" y="23776"/>
                </a:lnTo>
                <a:lnTo>
                  <a:pt x="38247" y="23755"/>
                </a:lnTo>
                <a:lnTo>
                  <a:pt x="38560" y="23713"/>
                </a:lnTo>
                <a:lnTo>
                  <a:pt x="38853" y="23650"/>
                </a:lnTo>
                <a:lnTo>
                  <a:pt x="39146" y="23588"/>
                </a:lnTo>
                <a:lnTo>
                  <a:pt x="39418" y="23504"/>
                </a:lnTo>
                <a:lnTo>
                  <a:pt x="39711" y="23420"/>
                </a:lnTo>
                <a:lnTo>
                  <a:pt x="39982" y="23316"/>
                </a:lnTo>
                <a:lnTo>
                  <a:pt x="40254" y="23190"/>
                </a:lnTo>
                <a:lnTo>
                  <a:pt x="40526" y="23065"/>
                </a:lnTo>
                <a:lnTo>
                  <a:pt x="40777" y="22919"/>
                </a:lnTo>
                <a:lnTo>
                  <a:pt x="41028" y="22751"/>
                </a:lnTo>
                <a:lnTo>
                  <a:pt x="41279" y="22584"/>
                </a:lnTo>
                <a:lnTo>
                  <a:pt x="41530" y="22396"/>
                </a:lnTo>
                <a:lnTo>
                  <a:pt x="41739" y="22208"/>
                </a:lnTo>
                <a:lnTo>
                  <a:pt x="41969" y="21999"/>
                </a:lnTo>
                <a:lnTo>
                  <a:pt x="42178" y="21789"/>
                </a:lnTo>
                <a:lnTo>
                  <a:pt x="42387" y="21559"/>
                </a:lnTo>
                <a:lnTo>
                  <a:pt x="42575" y="21329"/>
                </a:lnTo>
                <a:lnTo>
                  <a:pt x="42743" y="21078"/>
                </a:lnTo>
                <a:lnTo>
                  <a:pt x="42910" y="20827"/>
                </a:lnTo>
                <a:lnTo>
                  <a:pt x="43077" y="20556"/>
                </a:lnTo>
                <a:lnTo>
                  <a:pt x="43203" y="20284"/>
                </a:lnTo>
                <a:lnTo>
                  <a:pt x="43349" y="19991"/>
                </a:lnTo>
                <a:lnTo>
                  <a:pt x="43454" y="19698"/>
                </a:lnTo>
                <a:lnTo>
                  <a:pt x="43558" y="19385"/>
                </a:lnTo>
                <a:lnTo>
                  <a:pt x="43642" y="19092"/>
                </a:lnTo>
                <a:lnTo>
                  <a:pt x="43705" y="18778"/>
                </a:lnTo>
                <a:lnTo>
                  <a:pt x="43767" y="18465"/>
                </a:lnTo>
                <a:lnTo>
                  <a:pt x="43809" y="18172"/>
                </a:lnTo>
                <a:lnTo>
                  <a:pt x="43830" y="17858"/>
                </a:lnTo>
                <a:lnTo>
                  <a:pt x="43830" y="17565"/>
                </a:lnTo>
                <a:lnTo>
                  <a:pt x="43830" y="17252"/>
                </a:lnTo>
                <a:lnTo>
                  <a:pt x="43788" y="16959"/>
                </a:lnTo>
                <a:lnTo>
                  <a:pt x="43767" y="16645"/>
                </a:lnTo>
                <a:lnTo>
                  <a:pt x="43705" y="16353"/>
                </a:lnTo>
                <a:lnTo>
                  <a:pt x="43642" y="16060"/>
                </a:lnTo>
                <a:lnTo>
                  <a:pt x="43558" y="15788"/>
                </a:lnTo>
                <a:lnTo>
                  <a:pt x="43475" y="15495"/>
                </a:lnTo>
                <a:lnTo>
                  <a:pt x="43370" y="15223"/>
                </a:lnTo>
                <a:lnTo>
                  <a:pt x="43244" y="14951"/>
                </a:lnTo>
                <a:lnTo>
                  <a:pt x="43119" y="14680"/>
                </a:lnTo>
                <a:lnTo>
                  <a:pt x="42973" y="14429"/>
                </a:lnTo>
                <a:lnTo>
                  <a:pt x="42805" y="14178"/>
                </a:lnTo>
                <a:lnTo>
                  <a:pt x="42638" y="13927"/>
                </a:lnTo>
                <a:lnTo>
                  <a:pt x="42450" y="13697"/>
                </a:lnTo>
                <a:lnTo>
                  <a:pt x="42262" y="13467"/>
                </a:lnTo>
                <a:lnTo>
                  <a:pt x="42053" y="13237"/>
                </a:lnTo>
                <a:lnTo>
                  <a:pt x="41843" y="13028"/>
                </a:lnTo>
                <a:lnTo>
                  <a:pt x="41613" y="12819"/>
                </a:lnTo>
                <a:lnTo>
                  <a:pt x="41383" y="12630"/>
                </a:lnTo>
                <a:lnTo>
                  <a:pt x="41132" y="12463"/>
                </a:lnTo>
                <a:lnTo>
                  <a:pt x="40882" y="12296"/>
                </a:lnTo>
                <a:lnTo>
                  <a:pt x="40610" y="12128"/>
                </a:lnTo>
                <a:lnTo>
                  <a:pt x="40317" y="12003"/>
                </a:lnTo>
                <a:lnTo>
                  <a:pt x="40045" y="11857"/>
                </a:lnTo>
                <a:lnTo>
                  <a:pt x="39731" y="11752"/>
                </a:lnTo>
                <a:lnTo>
                  <a:pt x="8302" y="376"/>
                </a:lnTo>
                <a:lnTo>
                  <a:pt x="8009" y="272"/>
                </a:lnTo>
                <a:lnTo>
                  <a:pt x="7696" y="188"/>
                </a:lnTo>
                <a:lnTo>
                  <a:pt x="7403" y="105"/>
                </a:lnTo>
                <a:lnTo>
                  <a:pt x="7089" y="63"/>
                </a:lnTo>
                <a:lnTo>
                  <a:pt x="6776" y="21"/>
                </a:lnTo>
                <a:lnTo>
                  <a:pt x="6483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1" name="Google Shape;91;p15"/>
          <p:cNvSpPr/>
          <p:nvPr/>
        </p:nvSpPr>
        <p:spPr>
          <a:xfrm rot="-2310683">
            <a:off x="3643886" y="2040345"/>
            <a:ext cx="1892148" cy="722535"/>
          </a:xfrm>
          <a:custGeom>
            <a:avLst/>
            <a:gdLst/>
            <a:ahLst/>
            <a:cxnLst/>
            <a:rect l="l" t="t" r="r" b="b"/>
            <a:pathLst>
              <a:path w="31598" h="12066" extrusionOk="0">
                <a:moveTo>
                  <a:pt x="461" y="0"/>
                </a:moveTo>
                <a:lnTo>
                  <a:pt x="356" y="21"/>
                </a:lnTo>
                <a:lnTo>
                  <a:pt x="273" y="42"/>
                </a:lnTo>
                <a:lnTo>
                  <a:pt x="189" y="84"/>
                </a:lnTo>
                <a:lnTo>
                  <a:pt x="126" y="146"/>
                </a:lnTo>
                <a:lnTo>
                  <a:pt x="64" y="230"/>
                </a:lnTo>
                <a:lnTo>
                  <a:pt x="22" y="314"/>
                </a:lnTo>
                <a:lnTo>
                  <a:pt x="1" y="418"/>
                </a:lnTo>
                <a:lnTo>
                  <a:pt x="1" y="502"/>
                </a:lnTo>
                <a:lnTo>
                  <a:pt x="22" y="607"/>
                </a:lnTo>
                <a:lnTo>
                  <a:pt x="43" y="690"/>
                </a:lnTo>
                <a:lnTo>
                  <a:pt x="84" y="774"/>
                </a:lnTo>
                <a:lnTo>
                  <a:pt x="147" y="837"/>
                </a:lnTo>
                <a:lnTo>
                  <a:pt x="231" y="899"/>
                </a:lnTo>
                <a:lnTo>
                  <a:pt x="314" y="941"/>
                </a:lnTo>
                <a:lnTo>
                  <a:pt x="30949" y="12024"/>
                </a:lnTo>
                <a:lnTo>
                  <a:pt x="31033" y="12066"/>
                </a:lnTo>
                <a:lnTo>
                  <a:pt x="31116" y="12066"/>
                </a:lnTo>
                <a:lnTo>
                  <a:pt x="31263" y="12045"/>
                </a:lnTo>
                <a:lnTo>
                  <a:pt x="31388" y="11982"/>
                </a:lnTo>
                <a:lnTo>
                  <a:pt x="31493" y="11878"/>
                </a:lnTo>
                <a:lnTo>
                  <a:pt x="31577" y="11752"/>
                </a:lnTo>
                <a:lnTo>
                  <a:pt x="31597" y="11648"/>
                </a:lnTo>
                <a:lnTo>
                  <a:pt x="31597" y="11543"/>
                </a:lnTo>
                <a:lnTo>
                  <a:pt x="31577" y="11459"/>
                </a:lnTo>
                <a:lnTo>
                  <a:pt x="31556" y="11376"/>
                </a:lnTo>
                <a:lnTo>
                  <a:pt x="31514" y="11292"/>
                </a:lnTo>
                <a:lnTo>
                  <a:pt x="31451" y="11229"/>
                </a:lnTo>
                <a:lnTo>
                  <a:pt x="31367" y="11167"/>
                </a:lnTo>
                <a:lnTo>
                  <a:pt x="31284" y="11125"/>
                </a:lnTo>
                <a:lnTo>
                  <a:pt x="649" y="21"/>
                </a:lnTo>
                <a:lnTo>
                  <a:pt x="545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2" name="Google Shape;92;p15"/>
          <p:cNvSpPr/>
          <p:nvPr/>
        </p:nvSpPr>
        <p:spPr>
          <a:xfrm rot="-2310683">
            <a:off x="4420085" y="2189926"/>
            <a:ext cx="1167099" cy="459593"/>
          </a:xfrm>
          <a:custGeom>
            <a:avLst/>
            <a:gdLst/>
            <a:ahLst/>
            <a:cxnLst/>
            <a:rect l="l" t="t" r="r" b="b"/>
            <a:pathLst>
              <a:path w="19490" h="7675" extrusionOk="0">
                <a:moveTo>
                  <a:pt x="356" y="0"/>
                </a:moveTo>
                <a:lnTo>
                  <a:pt x="273" y="42"/>
                </a:lnTo>
                <a:lnTo>
                  <a:pt x="189" y="84"/>
                </a:lnTo>
                <a:lnTo>
                  <a:pt x="126" y="147"/>
                </a:lnTo>
                <a:lnTo>
                  <a:pt x="64" y="230"/>
                </a:lnTo>
                <a:lnTo>
                  <a:pt x="22" y="314"/>
                </a:lnTo>
                <a:lnTo>
                  <a:pt x="1" y="419"/>
                </a:lnTo>
                <a:lnTo>
                  <a:pt x="1" y="502"/>
                </a:lnTo>
                <a:lnTo>
                  <a:pt x="1" y="607"/>
                </a:lnTo>
                <a:lnTo>
                  <a:pt x="43" y="691"/>
                </a:lnTo>
                <a:lnTo>
                  <a:pt x="85" y="774"/>
                </a:lnTo>
                <a:lnTo>
                  <a:pt x="147" y="837"/>
                </a:lnTo>
                <a:lnTo>
                  <a:pt x="231" y="900"/>
                </a:lnTo>
                <a:lnTo>
                  <a:pt x="315" y="941"/>
                </a:lnTo>
                <a:lnTo>
                  <a:pt x="18821" y="7654"/>
                </a:lnTo>
                <a:lnTo>
                  <a:pt x="18904" y="7675"/>
                </a:lnTo>
                <a:lnTo>
                  <a:pt x="18988" y="7675"/>
                </a:lnTo>
                <a:lnTo>
                  <a:pt x="19134" y="7654"/>
                </a:lnTo>
                <a:lnTo>
                  <a:pt x="19281" y="7591"/>
                </a:lnTo>
                <a:lnTo>
                  <a:pt x="19385" y="7487"/>
                </a:lnTo>
                <a:lnTo>
                  <a:pt x="19448" y="7361"/>
                </a:lnTo>
                <a:lnTo>
                  <a:pt x="19469" y="7257"/>
                </a:lnTo>
                <a:lnTo>
                  <a:pt x="19490" y="7152"/>
                </a:lnTo>
                <a:lnTo>
                  <a:pt x="19469" y="7068"/>
                </a:lnTo>
                <a:lnTo>
                  <a:pt x="19427" y="6985"/>
                </a:lnTo>
                <a:lnTo>
                  <a:pt x="19385" y="6901"/>
                </a:lnTo>
                <a:lnTo>
                  <a:pt x="19323" y="6838"/>
                </a:lnTo>
                <a:lnTo>
                  <a:pt x="19239" y="6776"/>
                </a:lnTo>
                <a:lnTo>
                  <a:pt x="19155" y="6734"/>
                </a:lnTo>
                <a:lnTo>
                  <a:pt x="649" y="21"/>
                </a:lnTo>
                <a:lnTo>
                  <a:pt x="545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3" name="Google Shape;93;p15"/>
          <p:cNvSpPr/>
          <p:nvPr/>
        </p:nvSpPr>
        <p:spPr>
          <a:xfrm rot="-2310683">
            <a:off x="3686008" y="2622109"/>
            <a:ext cx="637443" cy="268032"/>
          </a:xfrm>
          <a:custGeom>
            <a:avLst/>
            <a:gdLst/>
            <a:ahLst/>
            <a:cxnLst/>
            <a:rect l="l" t="t" r="r" b="b"/>
            <a:pathLst>
              <a:path w="10645" h="4476" extrusionOk="0">
                <a:moveTo>
                  <a:pt x="461" y="0"/>
                </a:moveTo>
                <a:lnTo>
                  <a:pt x="377" y="21"/>
                </a:lnTo>
                <a:lnTo>
                  <a:pt x="293" y="42"/>
                </a:lnTo>
                <a:lnTo>
                  <a:pt x="210" y="84"/>
                </a:lnTo>
                <a:lnTo>
                  <a:pt x="126" y="147"/>
                </a:lnTo>
                <a:lnTo>
                  <a:pt x="84" y="230"/>
                </a:lnTo>
                <a:lnTo>
                  <a:pt x="42" y="314"/>
                </a:lnTo>
                <a:lnTo>
                  <a:pt x="0" y="418"/>
                </a:lnTo>
                <a:lnTo>
                  <a:pt x="0" y="502"/>
                </a:lnTo>
                <a:lnTo>
                  <a:pt x="21" y="607"/>
                </a:lnTo>
                <a:lnTo>
                  <a:pt x="42" y="690"/>
                </a:lnTo>
                <a:lnTo>
                  <a:pt x="105" y="774"/>
                </a:lnTo>
                <a:lnTo>
                  <a:pt x="168" y="837"/>
                </a:lnTo>
                <a:lnTo>
                  <a:pt x="230" y="899"/>
                </a:lnTo>
                <a:lnTo>
                  <a:pt x="335" y="941"/>
                </a:lnTo>
                <a:lnTo>
                  <a:pt x="9975" y="4433"/>
                </a:lnTo>
                <a:lnTo>
                  <a:pt x="10059" y="4454"/>
                </a:lnTo>
                <a:lnTo>
                  <a:pt x="10142" y="4475"/>
                </a:lnTo>
                <a:lnTo>
                  <a:pt x="10289" y="4454"/>
                </a:lnTo>
                <a:lnTo>
                  <a:pt x="10435" y="4391"/>
                </a:lnTo>
                <a:lnTo>
                  <a:pt x="10540" y="4287"/>
                </a:lnTo>
                <a:lnTo>
                  <a:pt x="10602" y="4141"/>
                </a:lnTo>
                <a:lnTo>
                  <a:pt x="10623" y="4057"/>
                </a:lnTo>
                <a:lnTo>
                  <a:pt x="10644" y="3952"/>
                </a:lnTo>
                <a:lnTo>
                  <a:pt x="10623" y="3869"/>
                </a:lnTo>
                <a:lnTo>
                  <a:pt x="10581" y="3785"/>
                </a:lnTo>
                <a:lnTo>
                  <a:pt x="10540" y="3701"/>
                </a:lnTo>
                <a:lnTo>
                  <a:pt x="10477" y="3618"/>
                </a:lnTo>
                <a:lnTo>
                  <a:pt x="10414" y="3576"/>
                </a:lnTo>
                <a:lnTo>
                  <a:pt x="10310" y="3534"/>
                </a:lnTo>
                <a:lnTo>
                  <a:pt x="649" y="21"/>
                </a:lnTo>
                <a:lnTo>
                  <a:pt x="565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4" name="Google Shape;94;p15"/>
          <p:cNvSpPr/>
          <p:nvPr/>
        </p:nvSpPr>
        <p:spPr>
          <a:xfrm rot="-2310683">
            <a:off x="3737018" y="2498268"/>
            <a:ext cx="1392493" cy="540973"/>
          </a:xfrm>
          <a:custGeom>
            <a:avLst/>
            <a:gdLst/>
            <a:ahLst/>
            <a:cxnLst/>
            <a:rect l="l" t="t" r="r" b="b"/>
            <a:pathLst>
              <a:path w="23254" h="9034" extrusionOk="0">
                <a:moveTo>
                  <a:pt x="460" y="0"/>
                </a:moveTo>
                <a:lnTo>
                  <a:pt x="356" y="21"/>
                </a:lnTo>
                <a:lnTo>
                  <a:pt x="272" y="42"/>
                </a:lnTo>
                <a:lnTo>
                  <a:pt x="188" y="84"/>
                </a:lnTo>
                <a:lnTo>
                  <a:pt x="125" y="147"/>
                </a:lnTo>
                <a:lnTo>
                  <a:pt x="63" y="230"/>
                </a:lnTo>
                <a:lnTo>
                  <a:pt x="21" y="314"/>
                </a:lnTo>
                <a:lnTo>
                  <a:pt x="0" y="418"/>
                </a:lnTo>
                <a:lnTo>
                  <a:pt x="0" y="502"/>
                </a:lnTo>
                <a:lnTo>
                  <a:pt x="0" y="607"/>
                </a:lnTo>
                <a:lnTo>
                  <a:pt x="42" y="690"/>
                </a:lnTo>
                <a:lnTo>
                  <a:pt x="84" y="774"/>
                </a:lnTo>
                <a:lnTo>
                  <a:pt x="146" y="837"/>
                </a:lnTo>
                <a:lnTo>
                  <a:pt x="230" y="899"/>
                </a:lnTo>
                <a:lnTo>
                  <a:pt x="314" y="941"/>
                </a:lnTo>
                <a:lnTo>
                  <a:pt x="22605" y="9013"/>
                </a:lnTo>
                <a:lnTo>
                  <a:pt x="22689" y="9034"/>
                </a:lnTo>
                <a:lnTo>
                  <a:pt x="22772" y="9034"/>
                </a:lnTo>
                <a:lnTo>
                  <a:pt x="22919" y="9013"/>
                </a:lnTo>
                <a:lnTo>
                  <a:pt x="23044" y="8950"/>
                </a:lnTo>
                <a:lnTo>
                  <a:pt x="23149" y="8866"/>
                </a:lnTo>
                <a:lnTo>
                  <a:pt x="23232" y="8720"/>
                </a:lnTo>
                <a:lnTo>
                  <a:pt x="23253" y="8636"/>
                </a:lnTo>
                <a:lnTo>
                  <a:pt x="23253" y="8532"/>
                </a:lnTo>
                <a:lnTo>
                  <a:pt x="23232" y="8448"/>
                </a:lnTo>
                <a:lnTo>
                  <a:pt x="23211" y="8344"/>
                </a:lnTo>
                <a:lnTo>
                  <a:pt x="23169" y="8281"/>
                </a:lnTo>
                <a:lnTo>
                  <a:pt x="23107" y="8197"/>
                </a:lnTo>
                <a:lnTo>
                  <a:pt x="23023" y="8135"/>
                </a:lnTo>
                <a:lnTo>
                  <a:pt x="22939" y="8093"/>
                </a:lnTo>
                <a:lnTo>
                  <a:pt x="648" y="21"/>
                </a:lnTo>
                <a:lnTo>
                  <a:pt x="544" y="0"/>
                </a:ln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5" name="Google Shape;95;p15"/>
          <p:cNvSpPr/>
          <p:nvPr/>
        </p:nvSpPr>
        <p:spPr>
          <a:xfrm rot="-2310683">
            <a:off x="3859774" y="725082"/>
            <a:ext cx="1168356" cy="1212189"/>
          </a:xfrm>
          <a:custGeom>
            <a:avLst/>
            <a:gdLst/>
            <a:ahLst/>
            <a:cxnLst/>
            <a:rect l="l" t="t" r="r" b="b"/>
            <a:pathLst>
              <a:path w="19511" h="20243" extrusionOk="0">
                <a:moveTo>
                  <a:pt x="5605" y="0"/>
                </a:moveTo>
                <a:lnTo>
                  <a:pt x="5396" y="21"/>
                </a:lnTo>
                <a:lnTo>
                  <a:pt x="5187" y="63"/>
                </a:lnTo>
                <a:lnTo>
                  <a:pt x="4999" y="105"/>
                </a:lnTo>
                <a:lnTo>
                  <a:pt x="4810" y="189"/>
                </a:lnTo>
                <a:lnTo>
                  <a:pt x="4622" y="293"/>
                </a:lnTo>
                <a:lnTo>
                  <a:pt x="4455" y="398"/>
                </a:lnTo>
                <a:lnTo>
                  <a:pt x="4309" y="523"/>
                </a:lnTo>
                <a:lnTo>
                  <a:pt x="4162" y="670"/>
                </a:lnTo>
                <a:lnTo>
                  <a:pt x="4016" y="816"/>
                </a:lnTo>
                <a:lnTo>
                  <a:pt x="3911" y="1004"/>
                </a:lnTo>
                <a:lnTo>
                  <a:pt x="3807" y="1192"/>
                </a:lnTo>
                <a:lnTo>
                  <a:pt x="3723" y="1381"/>
                </a:lnTo>
                <a:lnTo>
                  <a:pt x="126" y="11313"/>
                </a:lnTo>
                <a:lnTo>
                  <a:pt x="64" y="11522"/>
                </a:lnTo>
                <a:lnTo>
                  <a:pt x="22" y="11732"/>
                </a:lnTo>
                <a:lnTo>
                  <a:pt x="1" y="11941"/>
                </a:lnTo>
                <a:lnTo>
                  <a:pt x="1" y="12150"/>
                </a:lnTo>
                <a:lnTo>
                  <a:pt x="22" y="12338"/>
                </a:lnTo>
                <a:lnTo>
                  <a:pt x="64" y="12547"/>
                </a:lnTo>
                <a:lnTo>
                  <a:pt x="126" y="12735"/>
                </a:lnTo>
                <a:lnTo>
                  <a:pt x="189" y="12923"/>
                </a:lnTo>
                <a:lnTo>
                  <a:pt x="294" y="13112"/>
                </a:lnTo>
                <a:lnTo>
                  <a:pt x="398" y="13279"/>
                </a:lnTo>
                <a:lnTo>
                  <a:pt x="524" y="13425"/>
                </a:lnTo>
                <a:lnTo>
                  <a:pt x="670" y="13572"/>
                </a:lnTo>
                <a:lnTo>
                  <a:pt x="837" y="13718"/>
                </a:lnTo>
                <a:lnTo>
                  <a:pt x="1005" y="13823"/>
                </a:lnTo>
                <a:lnTo>
                  <a:pt x="1193" y="13927"/>
                </a:lnTo>
                <a:lnTo>
                  <a:pt x="1381" y="14011"/>
                </a:lnTo>
                <a:lnTo>
                  <a:pt x="5208" y="15391"/>
                </a:lnTo>
                <a:lnTo>
                  <a:pt x="5814" y="20242"/>
                </a:lnTo>
                <a:lnTo>
                  <a:pt x="9327" y="16897"/>
                </a:lnTo>
                <a:lnTo>
                  <a:pt x="13070" y="18256"/>
                </a:lnTo>
                <a:lnTo>
                  <a:pt x="13279" y="18319"/>
                </a:lnTo>
                <a:lnTo>
                  <a:pt x="13489" y="18360"/>
                </a:lnTo>
                <a:lnTo>
                  <a:pt x="13698" y="18381"/>
                </a:lnTo>
                <a:lnTo>
                  <a:pt x="13907" y="18381"/>
                </a:lnTo>
                <a:lnTo>
                  <a:pt x="14116" y="18360"/>
                </a:lnTo>
                <a:lnTo>
                  <a:pt x="14304" y="18319"/>
                </a:lnTo>
                <a:lnTo>
                  <a:pt x="14513" y="18256"/>
                </a:lnTo>
                <a:lnTo>
                  <a:pt x="14701" y="18172"/>
                </a:lnTo>
                <a:lnTo>
                  <a:pt x="14869" y="18089"/>
                </a:lnTo>
                <a:lnTo>
                  <a:pt x="15036" y="17963"/>
                </a:lnTo>
                <a:lnTo>
                  <a:pt x="15203" y="17838"/>
                </a:lnTo>
                <a:lnTo>
                  <a:pt x="15350" y="17691"/>
                </a:lnTo>
                <a:lnTo>
                  <a:pt x="15475" y="17545"/>
                </a:lnTo>
                <a:lnTo>
                  <a:pt x="15601" y="17378"/>
                </a:lnTo>
                <a:lnTo>
                  <a:pt x="15705" y="17189"/>
                </a:lnTo>
                <a:lnTo>
                  <a:pt x="15789" y="16980"/>
                </a:lnTo>
                <a:lnTo>
                  <a:pt x="19385" y="7047"/>
                </a:lnTo>
                <a:lnTo>
                  <a:pt x="19448" y="6838"/>
                </a:lnTo>
                <a:lnTo>
                  <a:pt x="19490" y="6629"/>
                </a:lnTo>
                <a:lnTo>
                  <a:pt x="19511" y="6441"/>
                </a:lnTo>
                <a:lnTo>
                  <a:pt x="19511" y="6232"/>
                </a:lnTo>
                <a:lnTo>
                  <a:pt x="19490" y="6023"/>
                </a:lnTo>
                <a:lnTo>
                  <a:pt x="19448" y="5814"/>
                </a:lnTo>
                <a:lnTo>
                  <a:pt x="19385" y="5625"/>
                </a:lnTo>
                <a:lnTo>
                  <a:pt x="19302" y="5437"/>
                </a:lnTo>
                <a:lnTo>
                  <a:pt x="19218" y="5270"/>
                </a:lnTo>
                <a:lnTo>
                  <a:pt x="19093" y="5082"/>
                </a:lnTo>
                <a:lnTo>
                  <a:pt x="18967" y="4935"/>
                </a:lnTo>
                <a:lnTo>
                  <a:pt x="18821" y="4789"/>
                </a:lnTo>
                <a:lnTo>
                  <a:pt x="18674" y="4643"/>
                </a:lnTo>
                <a:lnTo>
                  <a:pt x="18507" y="4538"/>
                </a:lnTo>
                <a:lnTo>
                  <a:pt x="18319" y="4434"/>
                </a:lnTo>
                <a:lnTo>
                  <a:pt x="18110" y="4350"/>
                </a:lnTo>
                <a:lnTo>
                  <a:pt x="6421" y="126"/>
                </a:lnTo>
                <a:lnTo>
                  <a:pt x="6211" y="63"/>
                </a:lnTo>
                <a:lnTo>
                  <a:pt x="6002" y="21"/>
                </a:lnTo>
                <a:lnTo>
                  <a:pt x="5793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6" name="Google Shape;96;p15"/>
          <p:cNvSpPr/>
          <p:nvPr/>
        </p:nvSpPr>
        <p:spPr>
          <a:xfrm rot="-2310683">
            <a:off x="4182319" y="1268437"/>
            <a:ext cx="207909" cy="258031"/>
          </a:xfrm>
          <a:custGeom>
            <a:avLst/>
            <a:gdLst/>
            <a:ahLst/>
            <a:cxnLst/>
            <a:rect l="l" t="t" r="r" b="b"/>
            <a:pathLst>
              <a:path w="3472" h="4309" extrusionOk="0">
                <a:moveTo>
                  <a:pt x="1276" y="1"/>
                </a:moveTo>
                <a:lnTo>
                  <a:pt x="0" y="3514"/>
                </a:lnTo>
                <a:lnTo>
                  <a:pt x="2196" y="4309"/>
                </a:lnTo>
                <a:lnTo>
                  <a:pt x="3472" y="795"/>
                </a:lnTo>
                <a:lnTo>
                  <a:pt x="127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97" name="Google Shape;97;p15"/>
          <p:cNvSpPr/>
          <p:nvPr/>
        </p:nvSpPr>
        <p:spPr>
          <a:xfrm rot="-2310683">
            <a:off x="4293953" y="1004045"/>
            <a:ext cx="353184" cy="469593"/>
          </a:xfrm>
          <a:custGeom>
            <a:avLst/>
            <a:gdLst/>
            <a:ahLst/>
            <a:cxnLst/>
            <a:rect l="l" t="t" r="r" b="b"/>
            <a:pathLst>
              <a:path w="5898" h="7842" extrusionOk="0">
                <a:moveTo>
                  <a:pt x="3953" y="0"/>
                </a:moveTo>
                <a:lnTo>
                  <a:pt x="3869" y="21"/>
                </a:lnTo>
                <a:lnTo>
                  <a:pt x="3785" y="84"/>
                </a:lnTo>
                <a:lnTo>
                  <a:pt x="3723" y="167"/>
                </a:lnTo>
                <a:lnTo>
                  <a:pt x="3597" y="460"/>
                </a:lnTo>
                <a:lnTo>
                  <a:pt x="3430" y="732"/>
                </a:lnTo>
                <a:lnTo>
                  <a:pt x="3283" y="983"/>
                </a:lnTo>
                <a:lnTo>
                  <a:pt x="3116" y="1234"/>
                </a:lnTo>
                <a:lnTo>
                  <a:pt x="2782" y="1694"/>
                </a:lnTo>
                <a:lnTo>
                  <a:pt x="2426" y="2091"/>
                </a:lnTo>
                <a:lnTo>
                  <a:pt x="2050" y="2447"/>
                </a:lnTo>
                <a:lnTo>
                  <a:pt x="1715" y="2739"/>
                </a:lnTo>
                <a:lnTo>
                  <a:pt x="1360" y="2990"/>
                </a:lnTo>
                <a:lnTo>
                  <a:pt x="1046" y="3178"/>
                </a:lnTo>
                <a:lnTo>
                  <a:pt x="0" y="6064"/>
                </a:lnTo>
                <a:lnTo>
                  <a:pt x="209" y="6232"/>
                </a:lnTo>
                <a:lnTo>
                  <a:pt x="502" y="6441"/>
                </a:lnTo>
                <a:lnTo>
                  <a:pt x="879" y="6671"/>
                </a:lnTo>
                <a:lnTo>
                  <a:pt x="1318" y="6922"/>
                </a:lnTo>
                <a:lnTo>
                  <a:pt x="1841" y="7193"/>
                </a:lnTo>
                <a:lnTo>
                  <a:pt x="2447" y="7444"/>
                </a:lnTo>
                <a:lnTo>
                  <a:pt x="2761" y="7549"/>
                </a:lnTo>
                <a:lnTo>
                  <a:pt x="3095" y="7653"/>
                </a:lnTo>
                <a:lnTo>
                  <a:pt x="3451" y="7758"/>
                </a:lnTo>
                <a:lnTo>
                  <a:pt x="3827" y="7842"/>
                </a:lnTo>
                <a:lnTo>
                  <a:pt x="3994" y="7716"/>
                </a:lnTo>
                <a:lnTo>
                  <a:pt x="4183" y="7549"/>
                </a:lnTo>
                <a:lnTo>
                  <a:pt x="4371" y="7340"/>
                </a:lnTo>
                <a:lnTo>
                  <a:pt x="4538" y="7089"/>
                </a:lnTo>
                <a:lnTo>
                  <a:pt x="4726" y="6817"/>
                </a:lnTo>
                <a:lnTo>
                  <a:pt x="4894" y="6545"/>
                </a:lnTo>
                <a:lnTo>
                  <a:pt x="5228" y="5960"/>
                </a:lnTo>
                <a:lnTo>
                  <a:pt x="5521" y="5395"/>
                </a:lnTo>
                <a:lnTo>
                  <a:pt x="5730" y="4893"/>
                </a:lnTo>
                <a:lnTo>
                  <a:pt x="5876" y="4517"/>
                </a:lnTo>
                <a:lnTo>
                  <a:pt x="5897" y="4391"/>
                </a:lnTo>
                <a:lnTo>
                  <a:pt x="5897" y="4329"/>
                </a:lnTo>
                <a:lnTo>
                  <a:pt x="5688" y="4140"/>
                </a:lnTo>
                <a:lnTo>
                  <a:pt x="5395" y="3952"/>
                </a:lnTo>
                <a:lnTo>
                  <a:pt x="5082" y="3743"/>
                </a:lnTo>
                <a:lnTo>
                  <a:pt x="4726" y="3534"/>
                </a:lnTo>
                <a:lnTo>
                  <a:pt x="4350" y="3346"/>
                </a:lnTo>
                <a:lnTo>
                  <a:pt x="3994" y="3199"/>
                </a:lnTo>
                <a:lnTo>
                  <a:pt x="3681" y="3074"/>
                </a:lnTo>
                <a:lnTo>
                  <a:pt x="3534" y="3053"/>
                </a:lnTo>
                <a:lnTo>
                  <a:pt x="3388" y="3032"/>
                </a:lnTo>
                <a:lnTo>
                  <a:pt x="3702" y="2593"/>
                </a:lnTo>
                <a:lnTo>
                  <a:pt x="3932" y="2175"/>
                </a:lnTo>
                <a:lnTo>
                  <a:pt x="4099" y="1798"/>
                </a:lnTo>
                <a:lnTo>
                  <a:pt x="4245" y="1464"/>
                </a:lnTo>
                <a:lnTo>
                  <a:pt x="4308" y="1150"/>
                </a:lnTo>
                <a:lnTo>
                  <a:pt x="4350" y="899"/>
                </a:lnTo>
                <a:lnTo>
                  <a:pt x="4371" y="648"/>
                </a:lnTo>
                <a:lnTo>
                  <a:pt x="4329" y="460"/>
                </a:lnTo>
                <a:lnTo>
                  <a:pt x="4287" y="293"/>
                </a:lnTo>
                <a:lnTo>
                  <a:pt x="4224" y="167"/>
                </a:lnTo>
                <a:lnTo>
                  <a:pt x="4141" y="63"/>
                </a:lnTo>
                <a:lnTo>
                  <a:pt x="4057" y="21"/>
                </a:lnTo>
                <a:lnTo>
                  <a:pt x="39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45" name="Podnaslov 2"/>
          <p:cNvSpPr txBox="1">
            <a:spLocks/>
          </p:cNvSpPr>
          <p:nvPr/>
        </p:nvSpPr>
        <p:spPr>
          <a:xfrm>
            <a:off x="-136876" y="5915600"/>
            <a:ext cx="6684344" cy="893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Fira Sans Extra Condensed"/>
              <a:buNone/>
              <a:defRPr sz="1400" b="0" i="0" u="none" strike="noStrike" cap="none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rPr lang="hr-HR" sz="1867" dirty="0"/>
              <a:t>Tomislav Andro Čanić, Lea </a:t>
            </a:r>
            <a:r>
              <a:rPr lang="hr-HR" sz="1867" dirty="0" err="1"/>
              <a:t>Srhoj</a:t>
            </a:r>
            <a:r>
              <a:rPr lang="hr-HR" sz="1867" dirty="0"/>
              <a:t>, Anđela </a:t>
            </a:r>
          </a:p>
          <a:p>
            <a:r>
              <a:rPr lang="hr-HR" sz="1867" dirty="0"/>
              <a:t>Župan, Filip Brkljača, Ivan </a:t>
            </a:r>
            <a:r>
              <a:rPr lang="hr-HR" sz="1867" dirty="0" err="1"/>
              <a:t>Deni</a:t>
            </a:r>
            <a:r>
              <a:rPr lang="hr-HR" sz="1867" dirty="0"/>
              <a:t> </a:t>
            </a:r>
            <a:r>
              <a:rPr lang="hr-HR" sz="1867" dirty="0" err="1"/>
              <a:t>Čotić</a:t>
            </a:r>
            <a:endParaRPr lang="hr-HR" sz="1867" dirty="0"/>
          </a:p>
        </p:txBody>
      </p:sp>
    </p:spTree>
    <p:extLst>
      <p:ext uri="{BB962C8B-B14F-4D97-AF65-F5344CB8AC3E}">
        <p14:creationId xmlns:p14="http://schemas.microsoft.com/office/powerpoint/2010/main" val="1803263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17;p18"/>
          <p:cNvSpPr/>
          <p:nvPr/>
        </p:nvSpPr>
        <p:spPr>
          <a:xfrm rot="4149173">
            <a:off x="-1071535" y="-791980"/>
            <a:ext cx="3624800" cy="3624800"/>
          </a:xfrm>
          <a:prstGeom prst="blockArc">
            <a:avLst>
              <a:gd name="adj1" fmla="val 10781007"/>
              <a:gd name="adj2" fmla="val 6367446"/>
              <a:gd name="adj3" fmla="val 1062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7" name="Google Shape;218;p18"/>
          <p:cNvSpPr/>
          <p:nvPr/>
        </p:nvSpPr>
        <p:spPr>
          <a:xfrm rot="6547315">
            <a:off x="-689517" y="-409988"/>
            <a:ext cx="2860400" cy="2860400"/>
          </a:xfrm>
          <a:prstGeom prst="blockArc">
            <a:avLst>
              <a:gd name="adj1" fmla="val 10800000"/>
              <a:gd name="adj2" fmla="val 2576230"/>
              <a:gd name="adj3" fmla="val 1221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8" name="Google Shape;219;p18"/>
          <p:cNvSpPr/>
          <p:nvPr/>
        </p:nvSpPr>
        <p:spPr>
          <a:xfrm rot="2900450">
            <a:off x="-1448801" y="-1169027"/>
            <a:ext cx="4379200" cy="4379200"/>
          </a:xfrm>
          <a:prstGeom prst="blockArc">
            <a:avLst>
              <a:gd name="adj1" fmla="val 10779009"/>
              <a:gd name="adj2" fmla="val 8852557"/>
              <a:gd name="adj3" fmla="val 876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4" name="Google Shape;217;p18"/>
          <p:cNvSpPr/>
          <p:nvPr/>
        </p:nvSpPr>
        <p:spPr>
          <a:xfrm rot="16200000">
            <a:off x="9274703" y="4187497"/>
            <a:ext cx="3624800" cy="3624800"/>
          </a:xfrm>
          <a:prstGeom prst="blockArc">
            <a:avLst>
              <a:gd name="adj1" fmla="val 10781007"/>
              <a:gd name="adj2" fmla="val 6367446"/>
              <a:gd name="adj3" fmla="val 10626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5" name="Google Shape;218;p18"/>
          <p:cNvSpPr/>
          <p:nvPr/>
        </p:nvSpPr>
        <p:spPr>
          <a:xfrm rot="18598142">
            <a:off x="9656720" y="4569489"/>
            <a:ext cx="2860400" cy="2860400"/>
          </a:xfrm>
          <a:prstGeom prst="blockArc">
            <a:avLst>
              <a:gd name="adj1" fmla="val 10800000"/>
              <a:gd name="adj2" fmla="val 2576230"/>
              <a:gd name="adj3" fmla="val 1221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6" name="Google Shape;219;p18"/>
          <p:cNvSpPr/>
          <p:nvPr/>
        </p:nvSpPr>
        <p:spPr>
          <a:xfrm rot="14951277">
            <a:off x="8897435" y="3810452"/>
            <a:ext cx="4379200" cy="4379200"/>
          </a:xfrm>
          <a:prstGeom prst="blockArc">
            <a:avLst>
              <a:gd name="adj1" fmla="val 10779009"/>
              <a:gd name="adj2" fmla="val 8852557"/>
              <a:gd name="adj3" fmla="val 876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96289" y="1098566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3832099" y="180215"/>
            <a:ext cx="3170767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hr-HR" b="1" u="sng" dirty="0"/>
              <a:t>SADRŽAJ</a:t>
            </a:r>
          </a:p>
        </p:txBody>
      </p:sp>
      <p:sp>
        <p:nvSpPr>
          <p:cNvPr id="401" name="Google Shape;401;p32"/>
          <p:cNvSpPr txBox="1">
            <a:spLocks noGrp="1"/>
          </p:cNvSpPr>
          <p:nvPr>
            <p:ph type="title" idx="5"/>
          </p:nvPr>
        </p:nvSpPr>
        <p:spPr>
          <a:xfrm>
            <a:off x="95971" y="1159133"/>
            <a:ext cx="803421" cy="3868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" sz="2400" b="1" dirty="0"/>
              <a:t>01</a:t>
            </a:r>
            <a:endParaRPr b="1" dirty="0"/>
          </a:p>
        </p:txBody>
      </p:sp>
      <p:sp>
        <p:nvSpPr>
          <p:cNvPr id="40" name="Google Shape;395;p32"/>
          <p:cNvSpPr/>
          <p:nvPr/>
        </p:nvSpPr>
        <p:spPr>
          <a:xfrm>
            <a:off x="108909" y="6151344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41" name="Google Shape;401;p32"/>
          <p:cNvSpPr txBox="1">
            <a:spLocks/>
          </p:cNvSpPr>
          <p:nvPr/>
        </p:nvSpPr>
        <p:spPr>
          <a:xfrm>
            <a:off x="108591" y="6211910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1</a:t>
            </a:r>
            <a:r>
              <a:rPr lang="hr-HR" sz="2400" dirty="0"/>
              <a:t>0</a:t>
            </a:r>
            <a:endParaRPr lang="en" sz="3733" dirty="0"/>
          </a:p>
        </p:txBody>
      </p:sp>
      <p:sp>
        <p:nvSpPr>
          <p:cNvPr id="42" name="Google Shape;395;p32"/>
          <p:cNvSpPr/>
          <p:nvPr/>
        </p:nvSpPr>
        <p:spPr>
          <a:xfrm>
            <a:off x="108909" y="5552650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43" name="Google Shape;401;p32"/>
          <p:cNvSpPr txBox="1">
            <a:spLocks/>
          </p:cNvSpPr>
          <p:nvPr/>
        </p:nvSpPr>
        <p:spPr>
          <a:xfrm>
            <a:off x="108591" y="5613217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9</a:t>
            </a:r>
            <a:endParaRPr lang="en" sz="3733" dirty="0"/>
          </a:p>
        </p:txBody>
      </p:sp>
      <p:sp>
        <p:nvSpPr>
          <p:cNvPr id="44" name="Google Shape;395;p32"/>
          <p:cNvSpPr/>
          <p:nvPr/>
        </p:nvSpPr>
        <p:spPr>
          <a:xfrm>
            <a:off x="96289" y="4991461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45" name="Google Shape;401;p32"/>
          <p:cNvSpPr txBox="1">
            <a:spLocks/>
          </p:cNvSpPr>
          <p:nvPr/>
        </p:nvSpPr>
        <p:spPr>
          <a:xfrm>
            <a:off x="95971" y="5052027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8</a:t>
            </a:r>
            <a:endParaRPr lang="en" sz="3733" dirty="0"/>
          </a:p>
        </p:txBody>
      </p:sp>
      <p:sp>
        <p:nvSpPr>
          <p:cNvPr id="46" name="Google Shape;395;p32"/>
          <p:cNvSpPr/>
          <p:nvPr/>
        </p:nvSpPr>
        <p:spPr>
          <a:xfrm>
            <a:off x="108909" y="4431558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47" name="Google Shape;401;p32"/>
          <p:cNvSpPr txBox="1">
            <a:spLocks/>
          </p:cNvSpPr>
          <p:nvPr/>
        </p:nvSpPr>
        <p:spPr>
          <a:xfrm>
            <a:off x="108591" y="4492125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7</a:t>
            </a:r>
            <a:endParaRPr lang="en" sz="3733" dirty="0"/>
          </a:p>
        </p:txBody>
      </p:sp>
      <p:sp>
        <p:nvSpPr>
          <p:cNvPr id="50" name="Google Shape;395;p32"/>
          <p:cNvSpPr/>
          <p:nvPr/>
        </p:nvSpPr>
        <p:spPr>
          <a:xfrm>
            <a:off x="96289" y="3871656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51" name="Google Shape;401;p32"/>
          <p:cNvSpPr txBox="1">
            <a:spLocks/>
          </p:cNvSpPr>
          <p:nvPr/>
        </p:nvSpPr>
        <p:spPr>
          <a:xfrm>
            <a:off x="95971" y="3932222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6</a:t>
            </a:r>
            <a:endParaRPr lang="en" sz="3733" dirty="0"/>
          </a:p>
        </p:txBody>
      </p:sp>
      <p:sp>
        <p:nvSpPr>
          <p:cNvPr id="52" name="Google Shape;395;p32"/>
          <p:cNvSpPr/>
          <p:nvPr/>
        </p:nvSpPr>
        <p:spPr>
          <a:xfrm>
            <a:off x="96289" y="3311753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53" name="Google Shape;401;p32"/>
          <p:cNvSpPr txBox="1">
            <a:spLocks/>
          </p:cNvSpPr>
          <p:nvPr/>
        </p:nvSpPr>
        <p:spPr>
          <a:xfrm>
            <a:off x="95971" y="3372319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5</a:t>
            </a:r>
            <a:endParaRPr lang="en" sz="3733" dirty="0"/>
          </a:p>
        </p:txBody>
      </p:sp>
      <p:sp>
        <p:nvSpPr>
          <p:cNvPr id="54" name="Google Shape;395;p32"/>
          <p:cNvSpPr/>
          <p:nvPr/>
        </p:nvSpPr>
        <p:spPr>
          <a:xfrm>
            <a:off x="96289" y="2751850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55" name="Google Shape;401;p32"/>
          <p:cNvSpPr txBox="1">
            <a:spLocks/>
          </p:cNvSpPr>
          <p:nvPr/>
        </p:nvSpPr>
        <p:spPr>
          <a:xfrm>
            <a:off x="95971" y="2812417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4</a:t>
            </a:r>
            <a:endParaRPr lang="en" sz="3733" dirty="0"/>
          </a:p>
        </p:txBody>
      </p:sp>
      <p:sp>
        <p:nvSpPr>
          <p:cNvPr id="56" name="Google Shape;395;p32"/>
          <p:cNvSpPr/>
          <p:nvPr/>
        </p:nvSpPr>
        <p:spPr>
          <a:xfrm>
            <a:off x="96289" y="2191948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57" name="Google Shape;401;p32"/>
          <p:cNvSpPr txBox="1">
            <a:spLocks/>
          </p:cNvSpPr>
          <p:nvPr/>
        </p:nvSpPr>
        <p:spPr>
          <a:xfrm>
            <a:off x="95971" y="2252514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3</a:t>
            </a:r>
            <a:endParaRPr lang="en" sz="3733" dirty="0"/>
          </a:p>
        </p:txBody>
      </p:sp>
      <p:sp>
        <p:nvSpPr>
          <p:cNvPr id="58" name="Google Shape;395;p32"/>
          <p:cNvSpPr/>
          <p:nvPr/>
        </p:nvSpPr>
        <p:spPr>
          <a:xfrm>
            <a:off x="96289" y="1651076"/>
            <a:ext cx="933673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>
              <a:latin typeface="Baloo 2 Medium"/>
              <a:ea typeface="Baloo 2 Medium"/>
              <a:cs typeface="Baloo 2 Medium"/>
              <a:sym typeface="Baloo 2 Medium"/>
            </a:endParaRPr>
          </a:p>
        </p:txBody>
      </p:sp>
      <p:sp>
        <p:nvSpPr>
          <p:cNvPr id="59" name="Google Shape;401;p32"/>
          <p:cNvSpPr txBox="1">
            <a:spLocks/>
          </p:cNvSpPr>
          <p:nvPr/>
        </p:nvSpPr>
        <p:spPr>
          <a:xfrm>
            <a:off x="95971" y="1711642"/>
            <a:ext cx="803421" cy="38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2800" b="1" i="0" u="none" strike="noStrike" cap="none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 Extra Condensed"/>
              <a:buNone/>
              <a:defRPr sz="30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pPr algn="ctr"/>
            <a:r>
              <a:rPr lang="en" sz="2400" dirty="0"/>
              <a:t>0</a:t>
            </a:r>
            <a:r>
              <a:rPr lang="hr-HR" sz="2400" dirty="0"/>
              <a:t>2</a:t>
            </a:r>
            <a:endParaRPr lang="en" sz="3733" dirty="0"/>
          </a:p>
        </p:txBody>
      </p:sp>
      <p:sp>
        <p:nvSpPr>
          <p:cNvPr id="70" name="Google Shape;395;p32"/>
          <p:cNvSpPr/>
          <p:nvPr/>
        </p:nvSpPr>
        <p:spPr>
          <a:xfrm>
            <a:off x="1339872" y="1102989"/>
            <a:ext cx="8576288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pl-PL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Uvod, Kratak Opis Funkcionalnosti Aplikacije </a:t>
            </a:r>
            <a:endParaRPr lang="pl-PL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72" name="Google Shape;395;p32"/>
          <p:cNvSpPr/>
          <p:nvPr/>
        </p:nvSpPr>
        <p:spPr>
          <a:xfrm>
            <a:off x="1339872" y="1645297"/>
            <a:ext cx="8576288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hr-HR" sz="21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Story Anatomija </a:t>
            </a:r>
            <a:endParaRPr lang="hr-HR" sz="2133" b="1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73" name="Google Shape;395;p32"/>
          <p:cNvSpPr/>
          <p:nvPr/>
        </p:nvSpPr>
        <p:spPr>
          <a:xfrm>
            <a:off x="1339872" y="2191948"/>
            <a:ext cx="8576288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pl-PL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Što Je Napravljeno Od Prošlog Demoa </a:t>
            </a:r>
            <a:endParaRPr lang="pl-PL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74" name="Google Shape;395;p32"/>
          <p:cNvSpPr/>
          <p:nvPr/>
        </p:nvSpPr>
        <p:spPr>
          <a:xfrm>
            <a:off x="1339872" y="2751849"/>
            <a:ext cx="8576288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 </a:t>
            </a:r>
            <a:endParaRPr lang="hr-HR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75" name="Google Shape;395;p32"/>
          <p:cNvSpPr/>
          <p:nvPr/>
        </p:nvSpPr>
        <p:spPr>
          <a:xfrm>
            <a:off x="1339872" y="3306860"/>
            <a:ext cx="8576288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Vremenski Plan </a:t>
            </a:r>
            <a:endParaRPr lang="hr-HR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78" name="Google Shape;395;p32"/>
          <p:cNvSpPr/>
          <p:nvPr/>
        </p:nvSpPr>
        <p:spPr>
          <a:xfrm>
            <a:off x="1361703" y="3861900"/>
            <a:ext cx="8544237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pl-PL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Problemi Na Koje Je Tim Naišao</a:t>
            </a:r>
            <a:endParaRPr lang="pl-PL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80" name="Google Shape;395;p32"/>
          <p:cNvSpPr/>
          <p:nvPr/>
        </p:nvSpPr>
        <p:spPr>
          <a:xfrm>
            <a:off x="1361703" y="4382889"/>
            <a:ext cx="8544237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Verifikacija I Validacija</a:t>
            </a:r>
            <a:endParaRPr lang="hr-HR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81" name="Google Shape;395;p32"/>
          <p:cNvSpPr/>
          <p:nvPr/>
        </p:nvSpPr>
        <p:spPr>
          <a:xfrm>
            <a:off x="1339872" y="4967697"/>
            <a:ext cx="8576288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Metrike Kvalitete Koda</a:t>
            </a:r>
            <a:endParaRPr lang="hr-HR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82" name="Google Shape;395;p32"/>
          <p:cNvSpPr/>
          <p:nvPr/>
        </p:nvSpPr>
        <p:spPr>
          <a:xfrm>
            <a:off x="1339872" y="5554705"/>
            <a:ext cx="8576289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Metrike Produktivnosti I Progresa</a:t>
            </a:r>
            <a:endParaRPr lang="hr-HR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  <p:sp>
        <p:nvSpPr>
          <p:cNvPr id="83" name="Google Shape;395;p32"/>
          <p:cNvSpPr/>
          <p:nvPr/>
        </p:nvSpPr>
        <p:spPr>
          <a:xfrm>
            <a:off x="1332741" y="6154028"/>
            <a:ext cx="8586759" cy="466433"/>
          </a:xfrm>
          <a:prstGeom prst="homePlate">
            <a:avLst>
              <a:gd name="adj" fmla="val 3602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 algn="ctr"/>
            <a:r>
              <a:rPr lang="hr-HR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Tablica/Graf Kompetencija</a:t>
            </a:r>
            <a:endParaRPr lang="hr-HR" sz="2133" dirty="0">
              <a:latin typeface="Times New Roman" panose="02020603050405020304" pitchFamily="18" charset="0"/>
              <a:ea typeface="Baloo 2 Medium"/>
              <a:cs typeface="Times New Roman" panose="02020603050405020304" pitchFamily="18" charset="0"/>
              <a:sym typeface="Baloo 2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2262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Naslov 1"/>
          <p:cNvSpPr txBox="1">
            <a:spLocks noGrp="1"/>
          </p:cNvSpPr>
          <p:nvPr>
            <p:ph type="title"/>
          </p:nvPr>
        </p:nvSpPr>
        <p:spPr>
          <a:xfrm>
            <a:off x="6203397" y="1923779"/>
            <a:ext cx="5819270" cy="2236404"/>
          </a:xfrm>
          <a:prstGeom prst="rect">
            <a:avLst/>
          </a:prstGeom>
        </p:spPr>
        <p:txBody>
          <a:bodyPr anchor="b">
            <a:noAutofit/>
          </a:bodyPr>
          <a:lstStyle>
            <a:lvl1pPr algn="r">
              <a:defRPr>
                <a:solidFill>
                  <a:srgbClr val="000000"/>
                </a:solidFill>
              </a:defRPr>
            </a:lvl1pPr>
          </a:lstStyle>
          <a:p>
            <a:r>
              <a:rPr lang="hr-H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OSNOVNE FUNKCIONALNOSTI</a:t>
            </a:r>
          </a:p>
        </p:txBody>
      </p:sp>
      <p:grpSp>
        <p:nvGrpSpPr>
          <p:cNvPr id="469" name="Group 221"/>
          <p:cNvGrpSpPr/>
          <p:nvPr/>
        </p:nvGrpSpPr>
        <p:grpSpPr>
          <a:xfrm>
            <a:off x="1508014" y="1361347"/>
            <a:ext cx="4833903" cy="4258179"/>
            <a:chOff x="0" y="0"/>
            <a:chExt cx="4833901" cy="4258176"/>
          </a:xfrm>
        </p:grpSpPr>
        <p:sp>
          <p:nvSpPr>
            <p:cNvPr id="467" name="Rectangle 222"/>
            <p:cNvSpPr/>
            <p:nvPr/>
          </p:nvSpPr>
          <p:spPr>
            <a:xfrm>
              <a:off x="0" y="-1"/>
              <a:ext cx="4833902" cy="4258178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468" name="Rectangle 223"/>
            <p:cNvSpPr/>
            <p:nvPr/>
          </p:nvSpPr>
          <p:spPr>
            <a:xfrm>
              <a:off x="0" y="-1"/>
              <a:ext cx="4833902" cy="4258178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sp>
        <p:nvSpPr>
          <p:cNvPr id="470" name="Freeform: Shape 225"/>
          <p:cNvSpPr/>
          <p:nvPr/>
        </p:nvSpPr>
        <p:spPr>
          <a:xfrm>
            <a:off x="2" y="1580034"/>
            <a:ext cx="1861855" cy="277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4" y="0"/>
                </a:moveTo>
                <a:lnTo>
                  <a:pt x="4864" y="18566"/>
                </a:lnTo>
                <a:lnTo>
                  <a:pt x="7633" y="0"/>
                </a:lnTo>
                <a:lnTo>
                  <a:pt x="10403" y="18566"/>
                </a:lnTo>
                <a:lnTo>
                  <a:pt x="13176" y="0"/>
                </a:lnTo>
                <a:lnTo>
                  <a:pt x="15946" y="18566"/>
                </a:lnTo>
                <a:lnTo>
                  <a:pt x="18716" y="0"/>
                </a:lnTo>
                <a:lnTo>
                  <a:pt x="21600" y="19329"/>
                </a:lnTo>
                <a:lnTo>
                  <a:pt x="21375" y="20837"/>
                </a:lnTo>
                <a:lnTo>
                  <a:pt x="18716" y="3034"/>
                </a:lnTo>
                <a:lnTo>
                  <a:pt x="15946" y="21600"/>
                </a:lnTo>
                <a:lnTo>
                  <a:pt x="13176" y="3034"/>
                </a:lnTo>
                <a:lnTo>
                  <a:pt x="10403" y="21600"/>
                </a:lnTo>
                <a:lnTo>
                  <a:pt x="7633" y="3034"/>
                </a:lnTo>
                <a:lnTo>
                  <a:pt x="4864" y="21600"/>
                </a:lnTo>
                <a:lnTo>
                  <a:pt x="2094" y="3034"/>
                </a:lnTo>
                <a:lnTo>
                  <a:pt x="0" y="17051"/>
                </a:lnTo>
                <a:lnTo>
                  <a:pt x="0" y="140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471" name="Freeform: Shape 227"/>
          <p:cNvSpPr/>
          <p:nvPr/>
        </p:nvSpPr>
        <p:spPr>
          <a:xfrm>
            <a:off x="2" y="2019767"/>
            <a:ext cx="1861855" cy="277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4" y="0"/>
                </a:moveTo>
                <a:lnTo>
                  <a:pt x="4864" y="18566"/>
                </a:lnTo>
                <a:lnTo>
                  <a:pt x="7633" y="0"/>
                </a:lnTo>
                <a:lnTo>
                  <a:pt x="10403" y="18566"/>
                </a:lnTo>
                <a:lnTo>
                  <a:pt x="13176" y="0"/>
                </a:lnTo>
                <a:lnTo>
                  <a:pt x="15946" y="18566"/>
                </a:lnTo>
                <a:lnTo>
                  <a:pt x="18716" y="0"/>
                </a:lnTo>
                <a:lnTo>
                  <a:pt x="21600" y="19329"/>
                </a:lnTo>
                <a:lnTo>
                  <a:pt x="21375" y="20856"/>
                </a:lnTo>
                <a:lnTo>
                  <a:pt x="18716" y="3034"/>
                </a:lnTo>
                <a:lnTo>
                  <a:pt x="15946" y="21600"/>
                </a:lnTo>
                <a:lnTo>
                  <a:pt x="13176" y="3034"/>
                </a:lnTo>
                <a:lnTo>
                  <a:pt x="10403" y="21600"/>
                </a:lnTo>
                <a:lnTo>
                  <a:pt x="7633" y="3034"/>
                </a:lnTo>
                <a:lnTo>
                  <a:pt x="4864" y="21600"/>
                </a:lnTo>
                <a:lnTo>
                  <a:pt x="2094" y="3034"/>
                </a:lnTo>
                <a:lnTo>
                  <a:pt x="0" y="17066"/>
                </a:lnTo>
                <a:lnTo>
                  <a:pt x="0" y="140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sz="1400">
              <a:solidFill>
                <a:schemeClr val="bg1"/>
              </a:solidFill>
            </a:endParaRPr>
          </a:p>
        </p:txBody>
      </p:sp>
      <p:sp>
        <p:nvSpPr>
          <p:cNvPr id="472" name="Rectangle 229"/>
          <p:cNvSpPr/>
          <p:nvPr/>
        </p:nvSpPr>
        <p:spPr>
          <a:xfrm>
            <a:off x="1369494" y="1220740"/>
            <a:ext cx="4833903" cy="4258179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73" name="Rectangle 231"/>
          <p:cNvSpPr/>
          <p:nvPr/>
        </p:nvSpPr>
        <p:spPr>
          <a:xfrm>
            <a:off x="1369494" y="1220740"/>
            <a:ext cx="4833903" cy="4258179"/>
          </a:xfrm>
          <a:prstGeom prst="rect">
            <a:avLst/>
          </a:prstGeom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74" name="Oval 233"/>
          <p:cNvSpPr/>
          <p:nvPr/>
        </p:nvSpPr>
        <p:spPr>
          <a:xfrm>
            <a:off x="1177285" y="4357094"/>
            <a:ext cx="319943" cy="31994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75" name="Oval 235"/>
          <p:cNvSpPr/>
          <p:nvPr/>
        </p:nvSpPr>
        <p:spPr>
          <a:xfrm>
            <a:off x="1177285" y="4357094"/>
            <a:ext cx="319943" cy="319943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76" name="Graphic 212"/>
          <p:cNvSpPr/>
          <p:nvPr/>
        </p:nvSpPr>
        <p:spPr>
          <a:xfrm>
            <a:off x="5211971" y="858937"/>
            <a:ext cx="693404" cy="693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17876"/>
                </a:moveTo>
                <a:cubicBezTo>
                  <a:pt x="6892" y="17876"/>
                  <a:pt x="3724" y="14708"/>
                  <a:pt x="3724" y="10800"/>
                </a:cubicBezTo>
                <a:cubicBezTo>
                  <a:pt x="3724" y="6892"/>
                  <a:pt x="6892" y="3724"/>
                  <a:pt x="10800" y="3724"/>
                </a:cubicBezTo>
                <a:cubicBezTo>
                  <a:pt x="14708" y="3724"/>
                  <a:pt x="17876" y="6892"/>
                  <a:pt x="17876" y="10800"/>
                </a:cubicBezTo>
                <a:cubicBezTo>
                  <a:pt x="17876" y="14708"/>
                  <a:pt x="14708" y="17876"/>
                  <a:pt x="10800" y="17876"/>
                </a:cubicBezTo>
                <a:close/>
              </a:path>
            </a:pathLst>
          </a:custGeom>
          <a:solidFill>
            <a:srgbClr val="EFA97E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77" name="Graphic 212"/>
          <p:cNvSpPr/>
          <p:nvPr/>
        </p:nvSpPr>
        <p:spPr>
          <a:xfrm>
            <a:off x="5211971" y="858937"/>
            <a:ext cx="693404" cy="693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17876"/>
                </a:moveTo>
                <a:cubicBezTo>
                  <a:pt x="6892" y="17876"/>
                  <a:pt x="3724" y="14708"/>
                  <a:pt x="3724" y="10800"/>
                </a:cubicBezTo>
                <a:cubicBezTo>
                  <a:pt x="3724" y="6892"/>
                  <a:pt x="6892" y="3724"/>
                  <a:pt x="10800" y="3724"/>
                </a:cubicBezTo>
                <a:cubicBezTo>
                  <a:pt x="14708" y="3724"/>
                  <a:pt x="17876" y="6892"/>
                  <a:pt x="17876" y="10800"/>
                </a:cubicBezTo>
                <a:cubicBezTo>
                  <a:pt x="17876" y="14708"/>
                  <a:pt x="14708" y="17876"/>
                  <a:pt x="10800" y="17876"/>
                </a:cubicBezTo>
                <a:close/>
              </a:path>
            </a:pathLst>
          </a:custGeom>
          <a:solidFill>
            <a:srgbClr val="EFA97E">
              <a:alpha val="30000"/>
            </a:srgbClr>
          </a:solidFill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84" name="TekstniOkvir 2"/>
          <p:cNvSpPr txBox="1"/>
          <p:nvPr/>
        </p:nvSpPr>
        <p:spPr>
          <a:xfrm>
            <a:off x="2205892" y="1462114"/>
            <a:ext cx="343814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Prijavljeni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korisnici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5" name="TekstniOkvir 5"/>
          <p:cNvSpPr txBox="1"/>
          <p:nvPr/>
        </p:nvSpPr>
        <p:spPr>
          <a:xfrm>
            <a:off x="1907573" y="2433092"/>
            <a:ext cx="3750277" cy="2544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285744" indent="-285744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Pregled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dostupnih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kategorija</a:t>
            </a:r>
            <a:endParaRPr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Pregled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recenzija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unutar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Ostavljanje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recenzija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Dodavanje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novih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mjesta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44" indent="-285744">
              <a:lnSpc>
                <a:spcPct val="90000"/>
              </a:lnSpc>
              <a:spcBef>
                <a:spcPts val="1000"/>
              </a:spcBef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Uvid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uređivanje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brisanje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vlastitih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recenzija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55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Rectangle 2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88" name="Naslov 1"/>
          <p:cNvSpPr txBox="1">
            <a:spLocks noGrp="1"/>
          </p:cNvSpPr>
          <p:nvPr>
            <p:ph type="title"/>
          </p:nvPr>
        </p:nvSpPr>
        <p:spPr>
          <a:xfrm>
            <a:off x="6685953" y="1592178"/>
            <a:ext cx="5262223" cy="226211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400">
                <a:solidFill>
                  <a:srgbClr val="000000"/>
                </a:solidFill>
              </a:defRPr>
            </a:lvl1pPr>
          </a:lstStyle>
          <a:p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OSNOVNE FUNKCIONALNOSTI</a:t>
            </a:r>
          </a:p>
        </p:txBody>
      </p:sp>
      <p:grpSp>
        <p:nvGrpSpPr>
          <p:cNvPr id="491" name="Group 221"/>
          <p:cNvGrpSpPr/>
          <p:nvPr/>
        </p:nvGrpSpPr>
        <p:grpSpPr>
          <a:xfrm>
            <a:off x="1508014" y="1361347"/>
            <a:ext cx="4833903" cy="4258179"/>
            <a:chOff x="0" y="0"/>
            <a:chExt cx="4833901" cy="4258176"/>
          </a:xfrm>
        </p:grpSpPr>
        <p:sp>
          <p:nvSpPr>
            <p:cNvPr id="489" name="Rectangle 222"/>
            <p:cNvSpPr/>
            <p:nvPr/>
          </p:nvSpPr>
          <p:spPr>
            <a:xfrm>
              <a:off x="0" y="-1"/>
              <a:ext cx="4833902" cy="4258178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490" name="Rectangle 223"/>
            <p:cNvSpPr/>
            <p:nvPr/>
          </p:nvSpPr>
          <p:spPr>
            <a:xfrm>
              <a:off x="0" y="-1"/>
              <a:ext cx="4833902" cy="4258178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sp>
        <p:nvSpPr>
          <p:cNvPr id="492" name="Freeform: Shape 225"/>
          <p:cNvSpPr/>
          <p:nvPr/>
        </p:nvSpPr>
        <p:spPr>
          <a:xfrm>
            <a:off x="2" y="1580034"/>
            <a:ext cx="1861855" cy="277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4" y="0"/>
                </a:moveTo>
                <a:lnTo>
                  <a:pt x="4864" y="18566"/>
                </a:lnTo>
                <a:lnTo>
                  <a:pt x="7633" y="0"/>
                </a:lnTo>
                <a:lnTo>
                  <a:pt x="10403" y="18566"/>
                </a:lnTo>
                <a:lnTo>
                  <a:pt x="13176" y="0"/>
                </a:lnTo>
                <a:lnTo>
                  <a:pt x="15946" y="18566"/>
                </a:lnTo>
                <a:lnTo>
                  <a:pt x="18716" y="0"/>
                </a:lnTo>
                <a:lnTo>
                  <a:pt x="21600" y="19329"/>
                </a:lnTo>
                <a:lnTo>
                  <a:pt x="21375" y="20837"/>
                </a:lnTo>
                <a:lnTo>
                  <a:pt x="18716" y="3034"/>
                </a:lnTo>
                <a:lnTo>
                  <a:pt x="15946" y="21600"/>
                </a:lnTo>
                <a:lnTo>
                  <a:pt x="13176" y="3034"/>
                </a:lnTo>
                <a:lnTo>
                  <a:pt x="10403" y="21600"/>
                </a:lnTo>
                <a:lnTo>
                  <a:pt x="7633" y="3034"/>
                </a:lnTo>
                <a:lnTo>
                  <a:pt x="4864" y="21600"/>
                </a:lnTo>
                <a:lnTo>
                  <a:pt x="2094" y="3034"/>
                </a:lnTo>
                <a:lnTo>
                  <a:pt x="0" y="17051"/>
                </a:lnTo>
                <a:lnTo>
                  <a:pt x="0" y="140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3" name="Freeform: Shape 227"/>
          <p:cNvSpPr/>
          <p:nvPr/>
        </p:nvSpPr>
        <p:spPr>
          <a:xfrm>
            <a:off x="2" y="2019767"/>
            <a:ext cx="1861855" cy="2777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4" y="0"/>
                </a:moveTo>
                <a:lnTo>
                  <a:pt x="4864" y="18566"/>
                </a:lnTo>
                <a:lnTo>
                  <a:pt x="7633" y="0"/>
                </a:lnTo>
                <a:lnTo>
                  <a:pt x="10403" y="18566"/>
                </a:lnTo>
                <a:lnTo>
                  <a:pt x="13176" y="0"/>
                </a:lnTo>
                <a:lnTo>
                  <a:pt x="15946" y="18566"/>
                </a:lnTo>
                <a:lnTo>
                  <a:pt x="18716" y="0"/>
                </a:lnTo>
                <a:lnTo>
                  <a:pt x="21600" y="19329"/>
                </a:lnTo>
                <a:lnTo>
                  <a:pt x="21375" y="20856"/>
                </a:lnTo>
                <a:lnTo>
                  <a:pt x="18716" y="3034"/>
                </a:lnTo>
                <a:lnTo>
                  <a:pt x="15946" y="21600"/>
                </a:lnTo>
                <a:lnTo>
                  <a:pt x="13176" y="3034"/>
                </a:lnTo>
                <a:lnTo>
                  <a:pt x="10403" y="21600"/>
                </a:lnTo>
                <a:lnTo>
                  <a:pt x="7633" y="3034"/>
                </a:lnTo>
                <a:lnTo>
                  <a:pt x="4864" y="21600"/>
                </a:lnTo>
                <a:lnTo>
                  <a:pt x="2094" y="3034"/>
                </a:lnTo>
                <a:lnTo>
                  <a:pt x="0" y="17066"/>
                </a:lnTo>
                <a:lnTo>
                  <a:pt x="0" y="14032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4" name="Rectangle 229"/>
          <p:cNvSpPr/>
          <p:nvPr/>
        </p:nvSpPr>
        <p:spPr>
          <a:xfrm>
            <a:off x="1369494" y="1220740"/>
            <a:ext cx="4833903" cy="4258179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5" name="Rectangle 231"/>
          <p:cNvSpPr/>
          <p:nvPr/>
        </p:nvSpPr>
        <p:spPr>
          <a:xfrm>
            <a:off x="1369494" y="1220740"/>
            <a:ext cx="4833903" cy="4258179"/>
          </a:xfrm>
          <a:prstGeom prst="rect">
            <a:avLst/>
          </a:prstGeom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6" name="Oval 233"/>
          <p:cNvSpPr/>
          <p:nvPr/>
        </p:nvSpPr>
        <p:spPr>
          <a:xfrm>
            <a:off x="1177285" y="4357094"/>
            <a:ext cx="319943" cy="31994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7" name="Oval 235"/>
          <p:cNvSpPr/>
          <p:nvPr/>
        </p:nvSpPr>
        <p:spPr>
          <a:xfrm>
            <a:off x="1177285" y="4357094"/>
            <a:ext cx="319943" cy="319943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8" name="Graphic 212"/>
          <p:cNvSpPr/>
          <p:nvPr/>
        </p:nvSpPr>
        <p:spPr>
          <a:xfrm>
            <a:off x="5211971" y="858937"/>
            <a:ext cx="693404" cy="693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17876"/>
                </a:moveTo>
                <a:cubicBezTo>
                  <a:pt x="6892" y="17876"/>
                  <a:pt x="3724" y="14708"/>
                  <a:pt x="3724" y="10800"/>
                </a:cubicBezTo>
                <a:cubicBezTo>
                  <a:pt x="3724" y="6892"/>
                  <a:pt x="6892" y="3724"/>
                  <a:pt x="10800" y="3724"/>
                </a:cubicBezTo>
                <a:cubicBezTo>
                  <a:pt x="14708" y="3724"/>
                  <a:pt x="17876" y="6892"/>
                  <a:pt x="17876" y="10800"/>
                </a:cubicBezTo>
                <a:cubicBezTo>
                  <a:pt x="17876" y="14708"/>
                  <a:pt x="14708" y="17876"/>
                  <a:pt x="10800" y="17876"/>
                </a:cubicBezTo>
                <a:close/>
              </a:path>
            </a:pathLst>
          </a:custGeom>
          <a:solidFill>
            <a:srgbClr val="EFA97E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99" name="Graphic 212"/>
          <p:cNvSpPr/>
          <p:nvPr/>
        </p:nvSpPr>
        <p:spPr>
          <a:xfrm>
            <a:off x="5211971" y="858937"/>
            <a:ext cx="693404" cy="6934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17876"/>
                </a:moveTo>
                <a:cubicBezTo>
                  <a:pt x="6892" y="17876"/>
                  <a:pt x="3724" y="14708"/>
                  <a:pt x="3724" y="10800"/>
                </a:cubicBezTo>
                <a:cubicBezTo>
                  <a:pt x="3724" y="6892"/>
                  <a:pt x="6892" y="3724"/>
                  <a:pt x="10800" y="3724"/>
                </a:cubicBezTo>
                <a:cubicBezTo>
                  <a:pt x="14708" y="3724"/>
                  <a:pt x="17876" y="6892"/>
                  <a:pt x="17876" y="10800"/>
                </a:cubicBezTo>
                <a:cubicBezTo>
                  <a:pt x="17876" y="14708"/>
                  <a:pt x="14708" y="17876"/>
                  <a:pt x="10800" y="17876"/>
                </a:cubicBezTo>
                <a:close/>
              </a:path>
            </a:pathLst>
          </a:custGeom>
          <a:solidFill>
            <a:srgbClr val="EFA97E">
              <a:alpha val="30000"/>
            </a:srgbClr>
          </a:solidFill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grpSp>
        <p:nvGrpSpPr>
          <p:cNvPr id="505" name="Graphic 185"/>
          <p:cNvGrpSpPr/>
          <p:nvPr/>
        </p:nvGrpSpPr>
        <p:grpSpPr>
          <a:xfrm>
            <a:off x="10428634" y="5987065"/>
            <a:ext cx="1054469" cy="469691"/>
            <a:chOff x="0" y="0"/>
            <a:chExt cx="1054467" cy="469690"/>
          </a:xfrm>
        </p:grpSpPr>
        <p:sp>
          <p:nvSpPr>
            <p:cNvPr id="500" name="Freeform: Shape 242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01" name="Freeform: Shape 243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02" name="Freeform: Shape 244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03" name="Freeform: Shape 245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04" name="Freeform: Shape 246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sp>
        <p:nvSpPr>
          <p:cNvPr id="506" name="TekstniOkvir 2"/>
          <p:cNvSpPr txBox="1"/>
          <p:nvPr/>
        </p:nvSpPr>
        <p:spPr>
          <a:xfrm>
            <a:off x="2205892" y="1361346"/>
            <a:ext cx="343814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b="1"/>
            </a:lvl1pPr>
          </a:lstStyle>
          <a:p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Neprijavljeni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 err="1">
                <a:latin typeface="Arial" panose="020B0604020202020204" pitchFamily="34" charset="0"/>
                <a:cs typeface="Arial" panose="020B0604020202020204" pitchFamily="34" charset="0"/>
              </a:rPr>
              <a:t>korisnici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7" name="TekstniOkvir 5"/>
          <p:cNvSpPr txBox="1"/>
          <p:nvPr/>
        </p:nvSpPr>
        <p:spPr>
          <a:xfrm>
            <a:off x="1907573" y="2433092"/>
            <a:ext cx="3438147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44" indent="-285744"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Pregled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dostupnih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kategorija</a:t>
            </a:r>
            <a:endParaRPr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44" indent="-285744"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Pregled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recenzija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mjesta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unutar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kategorija</a:t>
            </a:r>
            <a:endParaRPr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44" indent="-285744">
              <a:buSzPct val="100000"/>
              <a:buFont typeface="Courier New"/>
              <a:buChar char="o"/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Mogućnost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kreiranja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vlastitog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profila</a:t>
            </a:r>
            <a:endParaRPr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38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2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 dirty="0"/>
          </a:p>
        </p:txBody>
      </p:sp>
      <p:grpSp>
        <p:nvGrpSpPr>
          <p:cNvPr id="516" name="Group 221"/>
          <p:cNvGrpSpPr/>
          <p:nvPr/>
        </p:nvGrpSpPr>
        <p:grpSpPr>
          <a:xfrm>
            <a:off x="2" y="247168"/>
            <a:ext cx="1861855" cy="717515"/>
            <a:chOff x="0" y="0"/>
            <a:chExt cx="1861853" cy="717514"/>
          </a:xfrm>
        </p:grpSpPr>
        <p:grpSp>
          <p:nvGrpSpPr>
            <p:cNvPr id="512" name="Group 222"/>
            <p:cNvGrpSpPr/>
            <p:nvPr/>
          </p:nvGrpSpPr>
          <p:grpSpPr>
            <a:xfrm>
              <a:off x="0" y="0"/>
              <a:ext cx="1861855" cy="717515"/>
              <a:chOff x="0" y="0"/>
              <a:chExt cx="1861853" cy="717514"/>
            </a:xfrm>
          </p:grpSpPr>
          <p:sp>
            <p:nvSpPr>
              <p:cNvPr id="510" name="Freeform: Shape 226"/>
              <p:cNvSpPr/>
              <p:nvPr/>
            </p:nvSpPr>
            <p:spPr>
              <a:xfrm>
                <a:off x="0" y="-1"/>
                <a:ext cx="1861855" cy="277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37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51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  <p:sp>
            <p:nvSpPr>
              <p:cNvPr id="511" name="Freeform: Shape 227"/>
              <p:cNvSpPr/>
              <p:nvPr/>
            </p:nvSpPr>
            <p:spPr>
              <a:xfrm>
                <a:off x="0" y="439735"/>
                <a:ext cx="1861855" cy="277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56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66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</p:grpSp>
        <p:grpSp>
          <p:nvGrpSpPr>
            <p:cNvPr id="515" name="Group 223"/>
            <p:cNvGrpSpPr/>
            <p:nvPr/>
          </p:nvGrpSpPr>
          <p:grpSpPr>
            <a:xfrm>
              <a:off x="0" y="0"/>
              <a:ext cx="1861855" cy="717515"/>
              <a:chOff x="0" y="0"/>
              <a:chExt cx="1861853" cy="717514"/>
            </a:xfrm>
          </p:grpSpPr>
          <p:sp>
            <p:nvSpPr>
              <p:cNvPr id="513" name="Freeform: Shape 224"/>
              <p:cNvSpPr/>
              <p:nvPr/>
            </p:nvSpPr>
            <p:spPr>
              <a:xfrm>
                <a:off x="0" y="-1"/>
                <a:ext cx="1861855" cy="277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37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51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  <p:sp>
            <p:nvSpPr>
              <p:cNvPr id="514" name="Freeform: Shape 225"/>
              <p:cNvSpPr/>
              <p:nvPr/>
            </p:nvSpPr>
            <p:spPr>
              <a:xfrm>
                <a:off x="0" y="439735"/>
                <a:ext cx="1861855" cy="277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56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66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</p:grpSp>
      </p:grpSp>
      <p:sp>
        <p:nvSpPr>
          <p:cNvPr id="523" name="Freeform: Shape 235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24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25" name="Oval 239"/>
          <p:cNvSpPr/>
          <p:nvPr/>
        </p:nvSpPr>
        <p:spPr>
          <a:xfrm>
            <a:off x="367635" y="4727301"/>
            <a:ext cx="319943" cy="319943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26" name="Oval 241"/>
          <p:cNvSpPr/>
          <p:nvPr/>
        </p:nvSpPr>
        <p:spPr>
          <a:xfrm>
            <a:off x="207663" y="6246779"/>
            <a:ext cx="319943" cy="31994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grpSp>
        <p:nvGrpSpPr>
          <p:cNvPr id="532" name="Graphic 185"/>
          <p:cNvGrpSpPr/>
          <p:nvPr/>
        </p:nvGrpSpPr>
        <p:grpSpPr>
          <a:xfrm>
            <a:off x="10503907" y="5801515"/>
            <a:ext cx="1054469" cy="469692"/>
            <a:chOff x="0" y="0"/>
            <a:chExt cx="1054467" cy="469690"/>
          </a:xfrm>
        </p:grpSpPr>
        <p:sp>
          <p:nvSpPr>
            <p:cNvPr id="527" name="Freeform: Shape 244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28" name="Freeform: Shape 245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29" name="Freeform: Shape 246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0" name="Freeform: Shape 247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1" name="Freeform: Shape 248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grpSp>
        <p:nvGrpSpPr>
          <p:cNvPr id="538" name="Graphic 185"/>
          <p:cNvGrpSpPr/>
          <p:nvPr/>
        </p:nvGrpSpPr>
        <p:grpSpPr>
          <a:xfrm>
            <a:off x="11028306" y="6177682"/>
            <a:ext cx="1054469" cy="469692"/>
            <a:chOff x="0" y="0"/>
            <a:chExt cx="1054467" cy="469690"/>
          </a:xfrm>
        </p:grpSpPr>
        <p:sp>
          <p:nvSpPr>
            <p:cNvPr id="533" name="Freeform: Shape 251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4" name="Freeform: Shape 252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5" name="Freeform: Shape 253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6" name="Freeform: Shape 254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7" name="Freeform: Shape 255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5B1953FC-E871-5601-A150-913240D5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33" y="124787"/>
            <a:ext cx="10515600" cy="1325563"/>
          </a:xfrm>
        </p:spPr>
        <p:txBody>
          <a:bodyPr/>
          <a:lstStyle/>
          <a:p>
            <a:pPr algn="ctr"/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User story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358E0410-7077-BCEF-C938-06E1921267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9252096"/>
              </p:ext>
            </p:extLst>
          </p:nvPr>
        </p:nvGraphicFramePr>
        <p:xfrm>
          <a:off x="595350" y="1284799"/>
          <a:ext cx="10785390" cy="5331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565">
                  <a:extLst>
                    <a:ext uri="{9D8B030D-6E8A-4147-A177-3AD203B41FA5}">
                      <a16:colId xmlns:a16="http://schemas.microsoft.com/office/drawing/2014/main" val="3580787849"/>
                    </a:ext>
                  </a:extLst>
                </a:gridCol>
                <a:gridCol w="1797565">
                  <a:extLst>
                    <a:ext uri="{9D8B030D-6E8A-4147-A177-3AD203B41FA5}">
                      <a16:colId xmlns:a16="http://schemas.microsoft.com/office/drawing/2014/main" val="1713458049"/>
                    </a:ext>
                  </a:extLst>
                </a:gridCol>
                <a:gridCol w="1797565">
                  <a:extLst>
                    <a:ext uri="{9D8B030D-6E8A-4147-A177-3AD203B41FA5}">
                      <a16:colId xmlns:a16="http://schemas.microsoft.com/office/drawing/2014/main" val="3605106650"/>
                    </a:ext>
                  </a:extLst>
                </a:gridCol>
                <a:gridCol w="1797565">
                  <a:extLst>
                    <a:ext uri="{9D8B030D-6E8A-4147-A177-3AD203B41FA5}">
                      <a16:colId xmlns:a16="http://schemas.microsoft.com/office/drawing/2014/main" val="3255980293"/>
                    </a:ext>
                  </a:extLst>
                </a:gridCol>
                <a:gridCol w="1797565">
                  <a:extLst>
                    <a:ext uri="{9D8B030D-6E8A-4147-A177-3AD203B41FA5}">
                      <a16:colId xmlns:a16="http://schemas.microsoft.com/office/drawing/2014/main" val="2765271654"/>
                    </a:ext>
                  </a:extLst>
                </a:gridCol>
                <a:gridCol w="1797565">
                  <a:extLst>
                    <a:ext uri="{9D8B030D-6E8A-4147-A177-3AD203B41FA5}">
                      <a16:colId xmlns:a16="http://schemas.microsoft.com/office/drawing/2014/main" val="2111215419"/>
                    </a:ext>
                  </a:extLst>
                </a:gridCol>
              </a:tblGrid>
              <a:tr h="1320114">
                <a:tc>
                  <a:txBody>
                    <a:bodyPr/>
                    <a:lstStyle/>
                    <a:p>
                      <a:endParaRPr lang="hr-HR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User 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r-HR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User II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r-HR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User III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r-HR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User IV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r-HR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User V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r-HR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Users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822876"/>
                  </a:ext>
                </a:extLst>
              </a:tr>
              <a:tr h="1320114">
                <a:tc>
                  <a:txBody>
                    <a:bodyPr/>
                    <a:lstStyle/>
                    <a:p>
                      <a:pPr algn="l"/>
                      <a:r>
                        <a:rPr lang="hr-HR" sz="1200" dirty="0"/>
                        <a:t>-Prijava korisnika</a:t>
                      </a:r>
                    </a:p>
                    <a:p>
                      <a:pPr algn="l"/>
                      <a:r>
                        <a:rPr lang="hr-HR" sz="1200" dirty="0"/>
                        <a:t>-Registracija korisnika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-Dodati novu recenziju kako bi podijelili svoje iskustvo i pružili povratne informacije drugim korisnicima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-Pregled vlastitih recenzija ostavljenih na aplikaciji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-Brisanje recenzija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-Pretraživanje recenzija po kategorijama</a:t>
                      </a:r>
                      <a:endParaRPr lang="en-US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r-HR" dirty="0"/>
                    </a:p>
                    <a:p>
                      <a:pPr algn="ctr"/>
                      <a:r>
                        <a:rPr lang="hr-HR" dirty="0"/>
                        <a:t>Goals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547441"/>
                  </a:ext>
                </a:extLst>
              </a:tr>
              <a:tr h="1320114">
                <a:tc>
                  <a:txBody>
                    <a:bodyPr/>
                    <a:lstStyle/>
                    <a:p>
                      <a:r>
                        <a:rPr lang="hr-HR" sz="1200" dirty="0"/>
                        <a:t>-Ispunjava obrazac za prijavu</a:t>
                      </a:r>
                    </a:p>
                    <a:p>
                      <a:r>
                        <a:rPr lang="hr-HR" sz="1200" dirty="0"/>
                        <a:t>-Prijavljuje se na svoj račun</a:t>
                      </a:r>
                    </a:p>
                    <a:p>
                      <a:r>
                        <a:rPr lang="hr-HR" sz="1200" dirty="0"/>
                        <a:t>-Provjera podataka</a:t>
                      </a:r>
                    </a:p>
                    <a:p>
                      <a:r>
                        <a:rPr lang="hr-HR" sz="1200" dirty="0"/>
                        <a:t>-Upravljanje lozinkom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-Unosi tekstualni opis te ocjenu za relevantno putovanje</a:t>
                      </a:r>
                    </a:p>
                    <a:p>
                      <a:r>
                        <a:rPr lang="hr-HR" sz="1200" dirty="0"/>
                        <a:t>-Provjerava ispravnost</a:t>
                      </a:r>
                    </a:p>
                    <a:p>
                      <a:r>
                        <a:rPr lang="hr-HR" sz="1200" dirty="0"/>
                        <a:t>-Recenzija se pohranjuje u sustav</a:t>
                      </a:r>
                      <a:endParaRPr lang="en-US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-Otvara sučelje za pregled vlastitih recenzija</a:t>
                      </a:r>
                    </a:p>
                    <a:p>
                      <a:r>
                        <a:rPr lang="hr-HR" sz="1200" dirty="0"/>
                        <a:t>-Pregledava popis vlastitih recenzija</a:t>
                      </a:r>
                    </a:p>
                    <a:p>
                      <a:r>
                        <a:rPr lang="hr-HR" sz="1200" dirty="0"/>
                        <a:t>-Mogućnost brisanja i uređivanja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-Otvara sučelje za pregled vlastitih recenzija</a:t>
                      </a:r>
                    </a:p>
                    <a:p>
                      <a:r>
                        <a:rPr lang="hr-HR" sz="1200" dirty="0"/>
                        <a:t>-Potvrđuje odluku o brisanju recenzije</a:t>
                      </a:r>
                    </a:p>
                    <a:p>
                      <a:r>
                        <a:rPr lang="hr-HR" sz="1200" dirty="0"/>
                        <a:t>-Sustav trajno uklanja recenziju iz baze podataka</a:t>
                      </a:r>
                      <a:endParaRPr lang="en-US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-Odabire ili unosi kategoriju</a:t>
                      </a:r>
                    </a:p>
                    <a:p>
                      <a:r>
                        <a:rPr lang="hr-HR" sz="1200" dirty="0"/>
                        <a:t>-Sustav pretražuje recenzije na temelju odabrane kategorije</a:t>
                      </a:r>
                    </a:p>
                    <a:p>
                      <a:r>
                        <a:rPr lang="hr-HR" sz="1200" dirty="0"/>
                        <a:t>-Korisnik pregledava filtrirane rezultate</a:t>
                      </a:r>
                      <a:endParaRPr lang="en-US" sz="1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hr-HR" dirty="0"/>
                    </a:p>
                    <a:p>
                      <a:pPr algn="ctr"/>
                      <a:r>
                        <a:rPr lang="hr-HR" dirty="0"/>
                        <a:t>Activities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556370"/>
                  </a:ext>
                </a:extLst>
              </a:tr>
              <a:tr h="1320114">
                <a:tc>
                  <a:txBody>
                    <a:bodyPr/>
                    <a:lstStyle/>
                    <a:p>
                      <a:r>
                        <a:rPr lang="hr-HR" sz="1200" dirty="0"/>
                        <a:t>-Unijeti podatke za registraciju i registrirati se</a:t>
                      </a:r>
                    </a:p>
                    <a:p>
                      <a:r>
                        <a:rPr lang="hr-HR" sz="1200" dirty="0"/>
                        <a:t>-Unijeti podatke za logiranje i logirati se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-Otvara relevantno sučelje za unos recenzija te unosi podatke i ocjenu</a:t>
                      </a:r>
                    </a:p>
                    <a:p>
                      <a:r>
                        <a:rPr lang="hr-HR" sz="1200" dirty="0"/>
                        <a:t>-Pohrana podataka nakon provjere ispravnosti</a:t>
                      </a:r>
                      <a:endParaRPr lang="en-US" sz="12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-Pristupiti vlastitim recenzijama</a:t>
                      </a:r>
                    </a:p>
                    <a:p>
                      <a:r>
                        <a:rPr lang="hr-HR" sz="1200" dirty="0"/>
                        <a:t>-Urediti ili obrisati svoju recenziju</a:t>
                      </a:r>
                      <a:endParaRPr lang="en-US" sz="12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-Pristupiti vlastitim recenzijama</a:t>
                      </a:r>
                    </a:p>
                    <a:p>
                      <a:r>
                        <a:rPr lang="hr-HR" sz="1200" dirty="0"/>
                        <a:t>-Odabrati željenu recenziju</a:t>
                      </a:r>
                    </a:p>
                    <a:p>
                      <a:r>
                        <a:rPr lang="hr-HR" sz="1200" dirty="0"/>
                        <a:t>-Obrisati je</a:t>
                      </a:r>
                      <a:endParaRPr lang="en-US" sz="12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hr-HR" sz="1200" dirty="0"/>
                        <a:t>-Odabrati željenu kategoriju</a:t>
                      </a:r>
                    </a:p>
                    <a:p>
                      <a:r>
                        <a:rPr lang="hr-HR" sz="1200" dirty="0"/>
                        <a:t>-Pretražiti i filtrirati</a:t>
                      </a:r>
                    </a:p>
                    <a:p>
                      <a:r>
                        <a:rPr lang="hr-HR" sz="1200" dirty="0"/>
                        <a:t>-Pregledati rezultate</a:t>
                      </a:r>
                      <a:endParaRPr lang="en-US" sz="12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hr-HR" dirty="0"/>
                    </a:p>
                    <a:p>
                      <a:pPr algn="ctr"/>
                      <a:r>
                        <a:rPr lang="hr-HR" dirty="0"/>
                        <a:t>Tasks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395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02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37;p21"/>
          <p:cNvSpPr/>
          <p:nvPr/>
        </p:nvSpPr>
        <p:spPr>
          <a:xfrm>
            <a:off x="3089064" y="3429904"/>
            <a:ext cx="2735885" cy="878222"/>
          </a:xfrm>
          <a:prstGeom prst="roundRect">
            <a:avLst>
              <a:gd name="adj" fmla="val 11451"/>
            </a:avLst>
          </a:prstGeom>
          <a:solidFill>
            <a:srgbClr val="D2B078"/>
          </a:solidFill>
          <a:ln>
            <a:solidFill>
              <a:srgbClr val="D2B07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hr-HR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317;p21"/>
          <p:cNvSpPr txBox="1">
            <a:spLocks noGrp="1"/>
          </p:cNvSpPr>
          <p:nvPr>
            <p:ph type="title"/>
          </p:nvPr>
        </p:nvSpPr>
        <p:spPr>
          <a:xfrm>
            <a:off x="2204417" y="470764"/>
            <a:ext cx="6629400" cy="6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hr-HR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Prošli demo</a:t>
            </a:r>
            <a:endParaRPr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318;p21"/>
          <p:cNvSpPr/>
          <p:nvPr/>
        </p:nvSpPr>
        <p:spPr>
          <a:xfrm>
            <a:off x="3351554" y="5022685"/>
            <a:ext cx="3269823" cy="1744817"/>
          </a:xfrm>
          <a:custGeom>
            <a:avLst/>
            <a:gdLst/>
            <a:ahLst/>
            <a:cxnLst/>
            <a:rect l="l" t="t" r="r" b="b"/>
            <a:pathLst>
              <a:path w="38494" h="2575" extrusionOk="0">
                <a:moveTo>
                  <a:pt x="0" y="0"/>
                </a:moveTo>
                <a:lnTo>
                  <a:pt x="0" y="2574"/>
                </a:lnTo>
                <a:lnTo>
                  <a:pt x="38494" y="2574"/>
                </a:lnTo>
                <a:lnTo>
                  <a:pt x="38494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" name="Google Shape;319;p21"/>
          <p:cNvSpPr/>
          <p:nvPr/>
        </p:nvSpPr>
        <p:spPr>
          <a:xfrm>
            <a:off x="250794" y="3702427"/>
            <a:ext cx="265693" cy="177152"/>
          </a:xfrm>
          <a:custGeom>
            <a:avLst/>
            <a:gdLst/>
            <a:ahLst/>
            <a:cxnLst/>
            <a:rect l="l" t="t" r="r" b="b"/>
            <a:pathLst>
              <a:path w="3862" h="2575" extrusionOk="0">
                <a:moveTo>
                  <a:pt x="0" y="0"/>
                </a:moveTo>
                <a:lnTo>
                  <a:pt x="0" y="2574"/>
                </a:lnTo>
                <a:lnTo>
                  <a:pt x="3861" y="2574"/>
                </a:lnTo>
                <a:lnTo>
                  <a:pt x="3861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Google Shape;321;p21"/>
          <p:cNvSpPr/>
          <p:nvPr/>
        </p:nvSpPr>
        <p:spPr>
          <a:xfrm>
            <a:off x="238202" y="3220468"/>
            <a:ext cx="265693" cy="177152"/>
          </a:xfrm>
          <a:custGeom>
            <a:avLst/>
            <a:gdLst/>
            <a:ahLst/>
            <a:cxnLst/>
            <a:rect l="l" t="t" r="r" b="b"/>
            <a:pathLst>
              <a:path w="3862" h="2575" extrusionOk="0">
                <a:moveTo>
                  <a:pt x="1" y="0"/>
                </a:moveTo>
                <a:lnTo>
                  <a:pt x="1" y="2574"/>
                </a:lnTo>
                <a:lnTo>
                  <a:pt x="3862" y="2574"/>
                </a:lnTo>
                <a:lnTo>
                  <a:pt x="3862" y="0"/>
                </a:lnTo>
                <a:close/>
              </a:path>
            </a:pathLst>
          </a:custGeom>
          <a:solidFill>
            <a:srgbClr val="D2B0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" name="Google Shape;322;p21"/>
          <p:cNvSpPr/>
          <p:nvPr/>
        </p:nvSpPr>
        <p:spPr>
          <a:xfrm>
            <a:off x="924733" y="1843051"/>
            <a:ext cx="2009200" cy="2009200"/>
          </a:xfrm>
          <a:prstGeom prst="blockArc">
            <a:avLst>
              <a:gd name="adj1" fmla="val 10800000"/>
              <a:gd name="adj2" fmla="val 21533353"/>
              <a:gd name="adj3" fmla="val 15467"/>
            </a:avLst>
          </a:prstGeom>
          <a:solidFill>
            <a:srgbClr val="D2B0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" name="Google Shape;323;p21"/>
          <p:cNvSpPr/>
          <p:nvPr/>
        </p:nvSpPr>
        <p:spPr>
          <a:xfrm>
            <a:off x="924733" y="1843051"/>
            <a:ext cx="2009200" cy="2009200"/>
          </a:xfrm>
          <a:prstGeom prst="blockArc">
            <a:avLst>
              <a:gd name="adj1" fmla="val 13123790"/>
              <a:gd name="adj2" fmla="val 21533353"/>
              <a:gd name="adj3" fmla="val 154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9" name="Google Shape;324;p21"/>
          <p:cNvSpPr txBox="1"/>
          <p:nvPr/>
        </p:nvSpPr>
        <p:spPr>
          <a:xfrm>
            <a:off x="1396517" y="2406759"/>
            <a:ext cx="1066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r>
              <a:rPr lang="hr-HR" sz="32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</a:t>
            </a:r>
            <a:r>
              <a:rPr lang="en" sz="32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32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" name="Google Shape;330;p21"/>
          <p:cNvSpPr txBox="1"/>
          <p:nvPr/>
        </p:nvSpPr>
        <p:spPr>
          <a:xfrm>
            <a:off x="371047" y="3536359"/>
            <a:ext cx="2103871" cy="41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097251">
              <a:lnSpc>
                <a:spcPct val="72000"/>
              </a:lnSpc>
              <a:spcBef>
                <a:spcPts val="1200"/>
              </a:spcBef>
              <a:buSzPct val="100000"/>
              <a:defRPr sz="2250">
                <a:solidFill>
                  <a:srgbClr val="FFFFFF"/>
                </a:solidFill>
              </a:defRPr>
            </a:pPr>
            <a:r>
              <a:rPr lang="hr-H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baza podataka</a:t>
            </a:r>
          </a:p>
        </p:txBody>
      </p:sp>
      <p:sp>
        <p:nvSpPr>
          <p:cNvPr id="21" name="Google Shape;334;p21"/>
          <p:cNvSpPr/>
          <p:nvPr/>
        </p:nvSpPr>
        <p:spPr>
          <a:xfrm>
            <a:off x="3509917" y="1827633"/>
            <a:ext cx="2009200" cy="2009200"/>
          </a:xfrm>
          <a:prstGeom prst="blockArc">
            <a:avLst>
              <a:gd name="adj1" fmla="val 16787487"/>
              <a:gd name="adj2" fmla="val 21533353"/>
              <a:gd name="adj3" fmla="val 154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" name="Google Shape;335;p21"/>
          <p:cNvSpPr txBox="1"/>
          <p:nvPr/>
        </p:nvSpPr>
        <p:spPr>
          <a:xfrm>
            <a:off x="3981717" y="2442567"/>
            <a:ext cx="1066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hr-HR" sz="32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</a:t>
            </a:r>
            <a:r>
              <a:rPr lang="en" sz="32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32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" name="Google Shape;337;p21"/>
          <p:cNvSpPr/>
          <p:nvPr/>
        </p:nvSpPr>
        <p:spPr>
          <a:xfrm>
            <a:off x="3098580" y="4451429"/>
            <a:ext cx="2742048" cy="1965848"/>
          </a:xfrm>
          <a:prstGeom prst="roundRect">
            <a:avLst>
              <a:gd name="adj" fmla="val 11451"/>
            </a:avLst>
          </a:prstGeom>
          <a:solidFill>
            <a:srgbClr val="D2B078"/>
          </a:solidFill>
          <a:ln>
            <a:solidFill>
              <a:srgbClr val="D2B07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" name="Google Shape;341;p21"/>
          <p:cNvSpPr/>
          <p:nvPr/>
        </p:nvSpPr>
        <p:spPr>
          <a:xfrm>
            <a:off x="6339459" y="3141803"/>
            <a:ext cx="3750814" cy="3487411"/>
          </a:xfrm>
          <a:prstGeom prst="roundRect">
            <a:avLst>
              <a:gd name="adj" fmla="val 11451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D2B07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25" name="Google Shape;344;p21"/>
          <p:cNvSpPr txBox="1"/>
          <p:nvPr/>
        </p:nvSpPr>
        <p:spPr>
          <a:xfrm>
            <a:off x="3089064" y="4196276"/>
            <a:ext cx="2644471" cy="233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342900" indent="-342900">
              <a:lnSpc>
                <a:spcPct val="72000"/>
              </a:lnSpc>
              <a:buFont typeface="Arial" panose="020B0604020202020204" pitchFamily="34" charset="0"/>
              <a:buChar char="•"/>
              <a:defRPr sz="2500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Postavljena je osnovna navigacija između glavnih stranica aplikacije</a:t>
            </a:r>
          </a:p>
        </p:txBody>
      </p:sp>
      <p:sp>
        <p:nvSpPr>
          <p:cNvPr id="26" name="Google Shape;333;p21"/>
          <p:cNvSpPr/>
          <p:nvPr/>
        </p:nvSpPr>
        <p:spPr>
          <a:xfrm>
            <a:off x="3509933" y="1827651"/>
            <a:ext cx="2009200" cy="2009200"/>
          </a:xfrm>
          <a:prstGeom prst="blockArc">
            <a:avLst>
              <a:gd name="adj1" fmla="val 10800000"/>
              <a:gd name="adj2" fmla="val 19808227"/>
              <a:gd name="adj3" fmla="val 1480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7" name="Rezervirano mjesto sadržaja 3"/>
          <p:cNvSpPr txBox="1"/>
          <p:nvPr/>
        </p:nvSpPr>
        <p:spPr>
          <a:xfrm>
            <a:off x="5824949" y="3338841"/>
            <a:ext cx="3991969" cy="4913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rIns="60959">
            <a:normAutofit/>
          </a:bodyPr>
          <a:lstStyle/>
          <a:p>
            <a:pPr marL="274312" indent="-274312" algn="ctr" defTabSz="1097251">
              <a:lnSpc>
                <a:spcPct val="72000"/>
              </a:lnSpc>
              <a:spcBef>
                <a:spcPts val="1200"/>
              </a:spcBef>
              <a:buSzPct val="100000"/>
              <a:buFont typeface="Arial"/>
              <a:buChar char="•"/>
              <a:defRPr sz="2250">
                <a:solidFill>
                  <a:srgbClr val="FFFFFF"/>
                </a:solidFill>
              </a:defRPr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17545" lvl="2" indent="-311719" defTabSz="1097251">
              <a:lnSpc>
                <a:spcPct val="72000"/>
              </a:lnSpc>
              <a:spcBef>
                <a:spcPts val="533"/>
              </a:spcBef>
              <a:buSzPct val="100000"/>
              <a:buFont typeface="Arial"/>
              <a:buChar char="•"/>
              <a:defRPr sz="1979">
                <a:solidFill>
                  <a:srgbClr val="FFFFFF"/>
                </a:solidFill>
              </a:defRPr>
            </a:pPr>
            <a:r>
              <a:rPr lang="hr-H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utentifikacija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0345" lvl="1" indent="-311719" defTabSz="1097251">
              <a:lnSpc>
                <a:spcPct val="72000"/>
              </a:lnSpc>
              <a:spcBef>
                <a:spcPts val="533"/>
              </a:spcBef>
              <a:buSzPct val="100000"/>
              <a:buFont typeface="Arial"/>
              <a:buChar char="•"/>
              <a:defRPr sz="1979">
                <a:solidFill>
                  <a:srgbClr val="FFFFFF"/>
                </a:solidFill>
              </a:defRPr>
            </a:pPr>
            <a:r>
              <a:rPr lang="hr-H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ategorije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dodavanje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uređivanje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brisanje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0345" lvl="1" indent="-311719" algn="ctr" defTabSz="1097251">
              <a:lnSpc>
                <a:spcPct val="72000"/>
              </a:lnSpc>
              <a:spcBef>
                <a:spcPts val="533"/>
              </a:spcBef>
              <a:buSzPct val="100000"/>
              <a:buFont typeface="Arial"/>
              <a:buChar char="•"/>
              <a:defRPr sz="1979">
                <a:solidFill>
                  <a:srgbClr val="FFFFFF"/>
                </a:solidFill>
              </a:defRPr>
            </a:pPr>
            <a:r>
              <a:rPr lang="hr-H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orisnici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registracija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prijava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ažuriranje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brisanje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računa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0345" lvl="1" indent="-311719" algn="ctr" defTabSz="1097251">
              <a:lnSpc>
                <a:spcPct val="72000"/>
              </a:lnSpc>
              <a:spcBef>
                <a:spcPts val="533"/>
              </a:spcBef>
              <a:buSzPct val="100000"/>
              <a:buFont typeface="Arial"/>
              <a:buChar char="•"/>
              <a:defRPr sz="1979">
                <a:solidFill>
                  <a:srgbClr val="FFFFFF"/>
                </a:solidFill>
              </a:defRPr>
            </a:pPr>
            <a:r>
              <a:rPr lang="hr-H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okacije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dodavanje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uređivanje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brisanje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0345" lvl="1" indent="-311719" algn="ctr" defTabSz="1097251">
              <a:lnSpc>
                <a:spcPct val="72000"/>
              </a:lnSpc>
              <a:spcBef>
                <a:spcPts val="533"/>
              </a:spcBef>
              <a:buSzPct val="100000"/>
              <a:buFont typeface="Arial"/>
              <a:buChar char="•"/>
              <a:defRPr sz="1979">
                <a:solidFill>
                  <a:srgbClr val="FFFFFF"/>
                </a:solidFill>
              </a:defRPr>
            </a:pPr>
            <a:r>
              <a:rPr lang="hr-H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ecenzije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dodavanje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ažuriranje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brisanje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recenzija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povezivanjem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korisnika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lokacija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Google Shape;341;p21"/>
          <p:cNvSpPr/>
          <p:nvPr/>
        </p:nvSpPr>
        <p:spPr>
          <a:xfrm>
            <a:off x="6339460" y="2152598"/>
            <a:ext cx="3750814" cy="888705"/>
          </a:xfrm>
          <a:prstGeom prst="roundRect">
            <a:avLst>
              <a:gd name="adj" fmla="val 11451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D2B07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097251">
              <a:lnSpc>
                <a:spcPct val="72000"/>
              </a:lnSpc>
              <a:spcBef>
                <a:spcPts val="1200"/>
              </a:spcBef>
              <a:buSzPct val="100000"/>
              <a:defRPr sz="2250">
                <a:solidFill>
                  <a:srgbClr val="FFFFFF"/>
                </a:solidFill>
              </a:defRPr>
            </a:pPr>
            <a:r>
              <a:rPr lang="hr-HR" sz="2400" b="1" u="sng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baza podataka</a:t>
            </a:r>
          </a:p>
        </p:txBody>
      </p:sp>
      <p:sp>
        <p:nvSpPr>
          <p:cNvPr id="29" name="Google Shape;330;p21"/>
          <p:cNvSpPr txBox="1"/>
          <p:nvPr/>
        </p:nvSpPr>
        <p:spPr>
          <a:xfrm>
            <a:off x="412854" y="3191410"/>
            <a:ext cx="1538574" cy="20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hr-HR" sz="2133" dirty="0" err="1">
                <a:solidFill>
                  <a:schemeClr val="dk1"/>
                </a:solidFill>
                <a:latin typeface="Arial" panose="020B0604020202020204" pitchFamily="34" charset="0"/>
                <a:ea typeface="Fira Sans Extra Condensed SemiBold"/>
                <a:cs typeface="Arial" panose="020B0604020202020204" pitchFamily="34" charset="0"/>
                <a:sym typeface="Fira Sans Extra Condensed SemiBold"/>
              </a:rPr>
              <a:t>Frontend</a:t>
            </a:r>
            <a:endParaRPr sz="2133" dirty="0">
              <a:solidFill>
                <a:schemeClr val="dk1"/>
              </a:solidFill>
              <a:latin typeface="Arial" panose="020B0604020202020204" pitchFamily="34" charset="0"/>
              <a:ea typeface="Fira Sans Extra Condensed SemiBold"/>
              <a:cs typeface="Arial" panose="020B0604020202020204" pitchFamily="34" charset="0"/>
              <a:sym typeface="Fira Sans Extra Condense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225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37;p21"/>
          <p:cNvSpPr/>
          <p:nvPr/>
        </p:nvSpPr>
        <p:spPr>
          <a:xfrm>
            <a:off x="3101574" y="3703155"/>
            <a:ext cx="2825886" cy="928252"/>
          </a:xfrm>
          <a:prstGeom prst="roundRect">
            <a:avLst>
              <a:gd name="adj" fmla="val 11451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hr-HR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</a:p>
          <a:p>
            <a:pPr algn="ctr"/>
            <a:r>
              <a:rPr lang="hr-HR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baza podataka</a:t>
            </a:r>
            <a:endParaRPr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317;p21"/>
          <p:cNvSpPr txBox="1">
            <a:spLocks noGrp="1"/>
          </p:cNvSpPr>
          <p:nvPr>
            <p:ph type="title"/>
          </p:nvPr>
        </p:nvSpPr>
        <p:spPr>
          <a:xfrm>
            <a:off x="1141245" y="572575"/>
            <a:ext cx="8732107" cy="642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lvl="0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Što je napravljeno od prošlog demoa </a:t>
            </a:r>
            <a:endParaRPr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Google Shape;319;p21"/>
          <p:cNvSpPr/>
          <p:nvPr/>
        </p:nvSpPr>
        <p:spPr>
          <a:xfrm>
            <a:off x="182964" y="3101422"/>
            <a:ext cx="265693" cy="177152"/>
          </a:xfrm>
          <a:custGeom>
            <a:avLst/>
            <a:gdLst/>
            <a:ahLst/>
            <a:cxnLst/>
            <a:rect l="l" t="t" r="r" b="b"/>
            <a:pathLst>
              <a:path w="3862" h="2575" extrusionOk="0">
                <a:moveTo>
                  <a:pt x="0" y="0"/>
                </a:moveTo>
                <a:lnTo>
                  <a:pt x="0" y="2574"/>
                </a:lnTo>
                <a:lnTo>
                  <a:pt x="3861" y="2574"/>
                </a:lnTo>
                <a:lnTo>
                  <a:pt x="3861" y="0"/>
                </a:lnTo>
                <a:close/>
              </a:path>
            </a:pathLst>
          </a:custGeom>
          <a:solidFill>
            <a:srgbClr val="D2B0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6" name="Google Shape;321;p21"/>
          <p:cNvSpPr/>
          <p:nvPr/>
        </p:nvSpPr>
        <p:spPr>
          <a:xfrm>
            <a:off x="182964" y="3428242"/>
            <a:ext cx="265693" cy="177152"/>
          </a:xfrm>
          <a:custGeom>
            <a:avLst/>
            <a:gdLst/>
            <a:ahLst/>
            <a:cxnLst/>
            <a:rect l="l" t="t" r="r" b="b"/>
            <a:pathLst>
              <a:path w="3862" h="2575" extrusionOk="0">
                <a:moveTo>
                  <a:pt x="1" y="0"/>
                </a:moveTo>
                <a:lnTo>
                  <a:pt x="1" y="2574"/>
                </a:lnTo>
                <a:lnTo>
                  <a:pt x="3862" y="2574"/>
                </a:lnTo>
                <a:lnTo>
                  <a:pt x="3862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" name="Google Shape;323;p21"/>
          <p:cNvSpPr/>
          <p:nvPr/>
        </p:nvSpPr>
        <p:spPr>
          <a:xfrm>
            <a:off x="924717" y="1843033"/>
            <a:ext cx="2009200" cy="2009200"/>
          </a:xfrm>
          <a:prstGeom prst="blockArc">
            <a:avLst>
              <a:gd name="adj1" fmla="val 13123790"/>
              <a:gd name="adj2" fmla="val 21533353"/>
              <a:gd name="adj3" fmla="val 154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8" name="Google Shape;324;p21"/>
          <p:cNvSpPr txBox="1"/>
          <p:nvPr/>
        </p:nvSpPr>
        <p:spPr>
          <a:xfrm>
            <a:off x="1396517" y="2406759"/>
            <a:ext cx="1066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hr-HR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</a:t>
            </a:r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" name="Google Shape;328;p21"/>
          <p:cNvSpPr txBox="1"/>
          <p:nvPr/>
        </p:nvSpPr>
        <p:spPr>
          <a:xfrm>
            <a:off x="299157" y="3052041"/>
            <a:ext cx="3382978" cy="825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097251">
              <a:lnSpc>
                <a:spcPct val="72000"/>
              </a:lnSpc>
              <a:spcBef>
                <a:spcPts val="1200"/>
              </a:spcBef>
              <a:buSzPct val="100000"/>
              <a:defRPr sz="2250">
                <a:solidFill>
                  <a:srgbClr val="FFFFFF"/>
                </a:solidFill>
              </a:defRPr>
            </a:pPr>
            <a:r>
              <a:rPr lang="hr-HR" sz="2133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hr-HR" sz="2133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baza podataka</a:t>
            </a:r>
          </a:p>
        </p:txBody>
      </p:sp>
      <p:sp>
        <p:nvSpPr>
          <p:cNvPr id="20" name="Google Shape;330;p21"/>
          <p:cNvSpPr txBox="1"/>
          <p:nvPr/>
        </p:nvSpPr>
        <p:spPr>
          <a:xfrm>
            <a:off x="348717" y="3006755"/>
            <a:ext cx="1652945" cy="36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hr-HR" sz="2133" dirty="0" err="1">
                <a:solidFill>
                  <a:schemeClr val="dk1"/>
                </a:solidFill>
                <a:latin typeface="Arial" panose="020B0604020202020204" pitchFamily="34" charset="0"/>
                <a:ea typeface="Fira Sans Extra Condensed SemiBold"/>
                <a:cs typeface="Arial" panose="020B0604020202020204" pitchFamily="34" charset="0"/>
                <a:sym typeface="Fira Sans Extra Condensed SemiBold"/>
              </a:rPr>
              <a:t>Frontend</a:t>
            </a:r>
            <a:endParaRPr sz="2133" dirty="0">
              <a:solidFill>
                <a:schemeClr val="dk1"/>
              </a:solidFill>
              <a:latin typeface="Arial" panose="020B0604020202020204" pitchFamily="34" charset="0"/>
              <a:ea typeface="Fira Sans Extra Condensed SemiBold"/>
              <a:cs typeface="Arial" panose="020B0604020202020204" pitchFamily="34" charset="0"/>
              <a:sym typeface="Fira Sans Extra Condensed SemiBold"/>
            </a:endParaRPr>
          </a:p>
        </p:txBody>
      </p:sp>
      <p:sp>
        <p:nvSpPr>
          <p:cNvPr id="21" name="Google Shape;334;p21"/>
          <p:cNvSpPr/>
          <p:nvPr/>
        </p:nvSpPr>
        <p:spPr>
          <a:xfrm>
            <a:off x="3509917" y="1827633"/>
            <a:ext cx="2009200" cy="2009200"/>
          </a:xfrm>
          <a:prstGeom prst="blockArc">
            <a:avLst>
              <a:gd name="adj1" fmla="val 16787487"/>
              <a:gd name="adj2" fmla="val 21533353"/>
              <a:gd name="adj3" fmla="val 154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" name="Google Shape;335;p21"/>
          <p:cNvSpPr txBox="1"/>
          <p:nvPr/>
        </p:nvSpPr>
        <p:spPr>
          <a:xfrm>
            <a:off x="3981717" y="2442567"/>
            <a:ext cx="10668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hr-HR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</a:t>
            </a:r>
            <a:r>
              <a:rPr lang="en" sz="2400" b="1" dirty="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sz="2400" b="1" dirty="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3" name="Google Shape;337;p21"/>
          <p:cNvSpPr/>
          <p:nvPr/>
        </p:nvSpPr>
        <p:spPr>
          <a:xfrm>
            <a:off x="3101574" y="4757016"/>
            <a:ext cx="2849486" cy="1281158"/>
          </a:xfrm>
          <a:prstGeom prst="roundRect">
            <a:avLst>
              <a:gd name="adj" fmla="val 11451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4" name="Google Shape;341;p21"/>
          <p:cNvSpPr/>
          <p:nvPr/>
        </p:nvSpPr>
        <p:spPr>
          <a:xfrm>
            <a:off x="6149295" y="3626709"/>
            <a:ext cx="3724057" cy="2411465"/>
          </a:xfrm>
          <a:prstGeom prst="roundRect">
            <a:avLst>
              <a:gd name="adj" fmla="val 11451"/>
            </a:avLst>
          </a:prstGeom>
          <a:solidFill>
            <a:srgbClr val="D2B078"/>
          </a:solidFill>
          <a:ln>
            <a:solidFill>
              <a:srgbClr val="D2B07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25" name="Google Shape;344;p21"/>
          <p:cNvSpPr txBox="1"/>
          <p:nvPr/>
        </p:nvSpPr>
        <p:spPr>
          <a:xfrm>
            <a:off x="5051922" y="2689767"/>
            <a:ext cx="4935313" cy="4054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lnSpc>
                <a:spcPct val="72000"/>
              </a:lnSpc>
              <a:defRPr sz="2500"/>
            </a:pPr>
            <a:r>
              <a:rPr lang="hr-HR" sz="2400" b="1" dirty="0"/>
              <a:t>	</a:t>
            </a:r>
            <a:endParaRPr lang="hr-HR" sz="2133" dirty="0"/>
          </a:p>
          <a:p>
            <a:pPr marL="1676358" lvl="2" indent="-457189">
              <a:lnSpc>
                <a:spcPct val="72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200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prijava i registracija</a:t>
            </a:r>
          </a:p>
          <a:p>
            <a:pPr marL="1676358" lvl="2" indent="-457189">
              <a:lnSpc>
                <a:spcPct val="72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200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uređivanje i brisanje recenzija</a:t>
            </a:r>
          </a:p>
          <a:p>
            <a:pPr marL="1676358" lvl="2" indent="-457189">
              <a:lnSpc>
                <a:spcPct val="72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200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pregled po kategorijama</a:t>
            </a:r>
          </a:p>
          <a:p>
            <a:pPr marL="1676358" lvl="2" indent="-457189">
              <a:lnSpc>
                <a:spcPct val="72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200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forma za unos novih recenzija</a:t>
            </a:r>
          </a:p>
          <a:p>
            <a:pPr marL="1676358" lvl="2" indent="-457189">
              <a:lnSpc>
                <a:spcPct val="72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200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Implementacija dizajna za svaku glavnu stranicu</a:t>
            </a:r>
          </a:p>
          <a:p>
            <a:pPr marL="1676358" lvl="2" indent="-457189">
              <a:lnSpc>
                <a:spcPct val="72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200"/>
            </a:pP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Dohvaćanje i prikaz podataka (povezivanje s </a:t>
            </a:r>
            <a:r>
              <a:rPr lang="hr-HR" sz="1600" dirty="0" err="1">
                <a:latin typeface="Arial" panose="020B0604020202020204" pitchFamily="34" charset="0"/>
                <a:cs typeface="Arial" panose="020B0604020202020204" pitchFamily="34" charset="0"/>
              </a:rPr>
              <a:t>backendom</a:t>
            </a:r>
            <a:r>
              <a:rPr lang="hr-HR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6" name="Google Shape;333;p21"/>
          <p:cNvSpPr/>
          <p:nvPr/>
        </p:nvSpPr>
        <p:spPr>
          <a:xfrm>
            <a:off x="3509933" y="1827651"/>
            <a:ext cx="2009200" cy="2009200"/>
          </a:xfrm>
          <a:prstGeom prst="blockArc">
            <a:avLst>
              <a:gd name="adj1" fmla="val 10800000"/>
              <a:gd name="adj2" fmla="val 21515467"/>
              <a:gd name="adj3" fmla="val 1592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7" name="Google Shape;322;p21"/>
          <p:cNvSpPr/>
          <p:nvPr/>
        </p:nvSpPr>
        <p:spPr>
          <a:xfrm>
            <a:off x="924733" y="1843051"/>
            <a:ext cx="2009200" cy="2009200"/>
          </a:xfrm>
          <a:prstGeom prst="blockArc">
            <a:avLst>
              <a:gd name="adj1" fmla="val 10800000"/>
              <a:gd name="adj2" fmla="val 21533353"/>
              <a:gd name="adj3" fmla="val 15467"/>
            </a:avLst>
          </a:prstGeom>
          <a:solidFill>
            <a:srgbClr val="D2B07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8" name="Rezervirano mjesto sadržaja 3"/>
          <p:cNvSpPr txBox="1"/>
          <p:nvPr/>
        </p:nvSpPr>
        <p:spPr>
          <a:xfrm>
            <a:off x="3299809" y="4547425"/>
            <a:ext cx="2627651" cy="1251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0959" rIns="60959">
            <a:normAutofit/>
          </a:bodyPr>
          <a:lstStyle/>
          <a:p>
            <a:pPr defTabSz="1097251">
              <a:lnSpc>
                <a:spcPct val="72000"/>
              </a:lnSpc>
              <a:spcBef>
                <a:spcPts val="1200"/>
              </a:spcBef>
              <a:buSzPct val="100000"/>
              <a:defRPr sz="2250">
                <a:solidFill>
                  <a:srgbClr val="FFFFFF"/>
                </a:solidFill>
              </a:defRPr>
            </a:pPr>
            <a:endParaRPr lang="hr-HR" sz="2667" b="1" dirty="0"/>
          </a:p>
          <a:p>
            <a:pPr marL="457189" indent="-457189" defTabSz="1097251">
              <a:lnSpc>
                <a:spcPct val="72000"/>
              </a:lnSpc>
              <a:spcBef>
                <a:spcPts val="1200"/>
              </a:spcBef>
              <a:buSzPct val="100000"/>
              <a:buFont typeface="Arial" panose="020B0604020202020204" pitchFamily="34" charset="0"/>
              <a:buChar char="•"/>
              <a:defRPr sz="2250">
                <a:solidFill>
                  <a:srgbClr val="FFFFFF"/>
                </a:solidFill>
              </a:defRPr>
            </a:pPr>
            <a:r>
              <a:rPr lang="hr-H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Testiranje</a:t>
            </a:r>
            <a:endParaRPr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Google Shape;341;p21"/>
          <p:cNvSpPr/>
          <p:nvPr/>
        </p:nvSpPr>
        <p:spPr>
          <a:xfrm>
            <a:off x="6149295" y="2789067"/>
            <a:ext cx="3724057" cy="738343"/>
          </a:xfrm>
          <a:prstGeom prst="roundRect">
            <a:avLst>
              <a:gd name="adj" fmla="val 11451"/>
            </a:avLst>
          </a:prstGeom>
          <a:solidFill>
            <a:srgbClr val="D2B078"/>
          </a:solidFill>
          <a:ln>
            <a:solidFill>
              <a:srgbClr val="D2B078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hr-HR" sz="2400" b="1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endParaRPr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3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ravokutnik 23"/>
          <p:cNvSpPr/>
          <p:nvPr/>
        </p:nvSpPr>
        <p:spPr>
          <a:xfrm>
            <a:off x="3398134" y="2544548"/>
            <a:ext cx="586410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9600" dirty="0">
                <a:latin typeface="Arial" panose="020B0604020202020204" pitchFamily="34" charset="0"/>
                <a:cs typeface="Arial" panose="020B0604020202020204" pitchFamily="34" charset="0"/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21601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Rectangle 219"/>
          <p:cNvSpPr/>
          <p:nvPr/>
        </p:nvSpPr>
        <p:spPr>
          <a:xfrm>
            <a:off x="0" y="17418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grpSp>
        <p:nvGrpSpPr>
          <p:cNvPr id="516" name="Group 221"/>
          <p:cNvGrpSpPr/>
          <p:nvPr/>
        </p:nvGrpSpPr>
        <p:grpSpPr>
          <a:xfrm>
            <a:off x="2" y="247168"/>
            <a:ext cx="1861855" cy="717515"/>
            <a:chOff x="0" y="0"/>
            <a:chExt cx="1861853" cy="717514"/>
          </a:xfrm>
        </p:grpSpPr>
        <p:grpSp>
          <p:nvGrpSpPr>
            <p:cNvPr id="512" name="Group 222"/>
            <p:cNvGrpSpPr/>
            <p:nvPr/>
          </p:nvGrpSpPr>
          <p:grpSpPr>
            <a:xfrm>
              <a:off x="0" y="0"/>
              <a:ext cx="1861855" cy="717515"/>
              <a:chOff x="0" y="0"/>
              <a:chExt cx="1861853" cy="717514"/>
            </a:xfrm>
          </p:grpSpPr>
          <p:sp>
            <p:nvSpPr>
              <p:cNvPr id="510" name="Freeform: Shape 226"/>
              <p:cNvSpPr/>
              <p:nvPr/>
            </p:nvSpPr>
            <p:spPr>
              <a:xfrm>
                <a:off x="0" y="-1"/>
                <a:ext cx="1861855" cy="277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37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51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  <p:sp>
            <p:nvSpPr>
              <p:cNvPr id="511" name="Freeform: Shape 227"/>
              <p:cNvSpPr/>
              <p:nvPr/>
            </p:nvSpPr>
            <p:spPr>
              <a:xfrm>
                <a:off x="0" y="439735"/>
                <a:ext cx="1861855" cy="277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56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66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</p:grpSp>
        <p:grpSp>
          <p:nvGrpSpPr>
            <p:cNvPr id="515" name="Group 223"/>
            <p:cNvGrpSpPr/>
            <p:nvPr/>
          </p:nvGrpSpPr>
          <p:grpSpPr>
            <a:xfrm>
              <a:off x="0" y="0"/>
              <a:ext cx="1861855" cy="717515"/>
              <a:chOff x="0" y="0"/>
              <a:chExt cx="1861853" cy="717514"/>
            </a:xfrm>
          </p:grpSpPr>
          <p:sp>
            <p:nvSpPr>
              <p:cNvPr id="513" name="Freeform: Shape 224"/>
              <p:cNvSpPr/>
              <p:nvPr/>
            </p:nvSpPr>
            <p:spPr>
              <a:xfrm>
                <a:off x="0" y="-1"/>
                <a:ext cx="1861855" cy="277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37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51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  <p:sp>
            <p:nvSpPr>
              <p:cNvPr id="514" name="Freeform: Shape 225"/>
              <p:cNvSpPr/>
              <p:nvPr/>
            </p:nvSpPr>
            <p:spPr>
              <a:xfrm>
                <a:off x="0" y="439735"/>
                <a:ext cx="1861855" cy="277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56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66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</p:grpSp>
      </p:grpSp>
      <p:sp>
        <p:nvSpPr>
          <p:cNvPr id="523" name="Freeform: Shape 235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24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grpSp>
        <p:nvGrpSpPr>
          <p:cNvPr id="532" name="Graphic 185"/>
          <p:cNvGrpSpPr/>
          <p:nvPr/>
        </p:nvGrpSpPr>
        <p:grpSpPr>
          <a:xfrm>
            <a:off x="10503907" y="5801515"/>
            <a:ext cx="1054469" cy="469692"/>
            <a:chOff x="0" y="0"/>
            <a:chExt cx="1054467" cy="469690"/>
          </a:xfrm>
        </p:grpSpPr>
        <p:sp>
          <p:nvSpPr>
            <p:cNvPr id="527" name="Freeform: Shape 244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28" name="Freeform: Shape 245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29" name="Freeform: Shape 246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0" name="Freeform: Shape 247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1" name="Freeform: Shape 248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grpSp>
        <p:nvGrpSpPr>
          <p:cNvPr id="538" name="Graphic 185"/>
          <p:cNvGrpSpPr/>
          <p:nvPr/>
        </p:nvGrpSpPr>
        <p:grpSpPr>
          <a:xfrm>
            <a:off x="10694860" y="6126507"/>
            <a:ext cx="1054469" cy="469692"/>
            <a:chOff x="0" y="0"/>
            <a:chExt cx="1054467" cy="469690"/>
          </a:xfrm>
        </p:grpSpPr>
        <p:sp>
          <p:nvSpPr>
            <p:cNvPr id="533" name="Freeform: Shape 251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4" name="Freeform: Shape 252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5" name="Freeform: Shape 253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6" name="Freeform: Shape 254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7" name="Freeform: Shape 255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sp>
        <p:nvSpPr>
          <p:cNvPr id="34" name="Oval 17"/>
          <p:cNvSpPr/>
          <p:nvPr/>
        </p:nvSpPr>
        <p:spPr>
          <a:xfrm>
            <a:off x="579987" y="2897882"/>
            <a:ext cx="319944" cy="31994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19"/>
          <p:cNvSpPr/>
          <p:nvPr/>
        </p:nvSpPr>
        <p:spPr>
          <a:xfrm>
            <a:off x="579987" y="2897882"/>
            <a:ext cx="319944" cy="319943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rgbClr val="00000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6" name="Graphic 185"/>
          <p:cNvGrpSpPr/>
          <p:nvPr/>
        </p:nvGrpSpPr>
        <p:grpSpPr>
          <a:xfrm>
            <a:off x="10428634" y="4280185"/>
            <a:ext cx="1054469" cy="469691"/>
            <a:chOff x="0" y="0"/>
            <a:chExt cx="1054467" cy="469690"/>
          </a:xfrm>
        </p:grpSpPr>
        <p:sp>
          <p:nvSpPr>
            <p:cNvPr id="37" name="Freeform: Shape 22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Freeform: Shape 23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Freeform: Shape 24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Freeform: Shape 25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Freeform: Shape 26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Rezervirano mjesto sadržaja 3"/>
          <p:cNvGrpSpPr/>
          <p:nvPr/>
        </p:nvGrpSpPr>
        <p:grpSpPr>
          <a:xfrm>
            <a:off x="204131" y="1265940"/>
            <a:ext cx="11869335" cy="4508324"/>
            <a:chOff x="-6756" y="-238685"/>
            <a:chExt cx="11693944" cy="4508319"/>
          </a:xfrm>
        </p:grpSpPr>
        <p:grpSp>
          <p:nvGrpSpPr>
            <p:cNvPr id="43" name="Group"/>
            <p:cNvGrpSpPr/>
            <p:nvPr/>
          </p:nvGrpSpPr>
          <p:grpSpPr>
            <a:xfrm>
              <a:off x="-6756" y="-195933"/>
              <a:ext cx="2558117" cy="767438"/>
              <a:chOff x="-6756" y="-195933"/>
              <a:chExt cx="2558115" cy="767437"/>
            </a:xfrm>
          </p:grpSpPr>
          <p:sp>
            <p:nvSpPr>
              <p:cNvPr id="65" name="Chevron"/>
              <p:cNvSpPr/>
              <p:nvPr/>
            </p:nvSpPr>
            <p:spPr>
              <a:xfrm>
                <a:off x="-6756" y="-195933"/>
                <a:ext cx="2558115" cy="767435"/>
              </a:xfrm>
              <a:prstGeom prst="chevron">
                <a:avLst>
                  <a:gd name="adj" fmla="val 30000"/>
                </a:avLst>
              </a:prstGeom>
              <a:solidFill>
                <a:schemeClr val="accent5"/>
              </a:solidFill>
              <a:ln w="19050" cap="flat">
                <a:solidFill>
                  <a:schemeClr val="accent5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8978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1-2 tjedan postignuto"/>
              <p:cNvSpPr txBox="1"/>
              <p:nvPr/>
            </p:nvSpPr>
            <p:spPr>
              <a:xfrm>
                <a:off x="115112" y="-173857"/>
                <a:ext cx="2097655" cy="7453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4757" tIns="94757" rIns="94757" bIns="94757" numCol="1" anchor="ctr">
                <a:spAutoFit/>
              </a:bodyPr>
              <a:lstStyle/>
              <a:p>
                <a:pPr algn="ctr" defTabSz="888978">
                  <a:lnSpc>
                    <a:spcPct val="90000"/>
                  </a:lnSpc>
                  <a:spcBef>
                    <a:spcPts val="800"/>
                  </a:spcBef>
                  <a:defRPr sz="20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1-2 </a:t>
                </a:r>
                <a:r>
                  <a:rPr sz="2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tjedan</a:t>
                </a:r>
                <a:br>
                  <a:rPr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sz="2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postignuto</a:t>
                </a:r>
                <a:endParaRPr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" name="Group"/>
            <p:cNvGrpSpPr/>
            <p:nvPr/>
          </p:nvGrpSpPr>
          <p:grpSpPr>
            <a:xfrm>
              <a:off x="-1" y="768033"/>
              <a:ext cx="2327887" cy="3501601"/>
              <a:chOff x="-1" y="-1"/>
              <a:chExt cx="2327886" cy="3501601"/>
            </a:xfrm>
          </p:grpSpPr>
          <p:sp>
            <p:nvSpPr>
              <p:cNvPr id="63" name="Rectangle"/>
              <p:cNvSpPr/>
              <p:nvPr/>
            </p:nvSpPr>
            <p:spPr>
              <a:xfrm>
                <a:off x="-1" y="-1"/>
                <a:ext cx="2327886" cy="350160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90000"/>
                </a:schemeClr>
              </a:solidFill>
              <a:ln w="19050" cap="flat">
                <a:solidFill>
                  <a:schemeClr val="accent5">
                    <a:lumMod val="40000"/>
                    <a:lumOff val="60000"/>
                    <a:alpha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Planiranje i priprema…"/>
              <p:cNvSpPr txBox="1"/>
              <p:nvPr/>
            </p:nvSpPr>
            <p:spPr>
              <a:xfrm>
                <a:off x="0" y="-1"/>
                <a:ext cx="2327885" cy="29686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83955" tIns="183955" rIns="183955" bIns="183955" numCol="1" anchor="t">
                <a:sp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400"/>
                  </a:spcBef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Planiranje</a:t>
                </a:r>
                <a:r>
                  <a:rPr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priprema</a:t>
                </a: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Definirani osnovni zahtjevi i funkcionalnosti aplikacije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lang="hr-H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Sastavljen plan razvoja s ključnim fazama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lang="hr-H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Održan prvi timski sastanak za podjelu uloga</a:t>
                </a:r>
                <a:endParaRPr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5" name="Group"/>
            <p:cNvGrpSpPr/>
            <p:nvPr/>
          </p:nvGrpSpPr>
          <p:grpSpPr>
            <a:xfrm>
              <a:off x="2492084" y="-206967"/>
              <a:ext cx="3941879" cy="767436"/>
              <a:chOff x="-28693" y="-206967"/>
              <a:chExt cx="3941877" cy="767435"/>
            </a:xfrm>
          </p:grpSpPr>
          <p:sp>
            <p:nvSpPr>
              <p:cNvPr id="61" name="Chevron"/>
              <p:cNvSpPr/>
              <p:nvPr/>
            </p:nvSpPr>
            <p:spPr>
              <a:xfrm>
                <a:off x="-28693" y="-206967"/>
                <a:ext cx="3941877" cy="767435"/>
              </a:xfrm>
              <a:prstGeom prst="chevron">
                <a:avLst>
                  <a:gd name="adj" fmla="val 30000"/>
                </a:avLst>
              </a:prstGeom>
              <a:solidFill>
                <a:srgbClr val="2C2EA2"/>
              </a:solidFill>
              <a:ln w="19050" cap="flat">
                <a:solidFill>
                  <a:srgbClr val="2C2EA2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8978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3-5 tjedan postignuto"/>
              <p:cNvSpPr txBox="1"/>
              <p:nvPr/>
            </p:nvSpPr>
            <p:spPr>
              <a:xfrm>
                <a:off x="115113" y="-187390"/>
                <a:ext cx="3481418" cy="7453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4757" tIns="94757" rIns="94757" bIns="94757" numCol="1" anchor="ctr">
                <a:spAutoFit/>
              </a:bodyPr>
              <a:lstStyle/>
              <a:p>
                <a:pPr algn="ctr" defTabSz="888978">
                  <a:lnSpc>
                    <a:spcPct val="90000"/>
                  </a:lnSpc>
                  <a:spcBef>
                    <a:spcPts val="800"/>
                  </a:spcBef>
                  <a:defRPr sz="20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3-5 </a:t>
                </a:r>
                <a:r>
                  <a:rPr sz="2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tjedan</a:t>
                </a:r>
                <a:br>
                  <a:rPr sz="20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sz="2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postignuto</a:t>
                </a:r>
                <a:endParaRPr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Group"/>
            <p:cNvGrpSpPr/>
            <p:nvPr/>
          </p:nvGrpSpPr>
          <p:grpSpPr>
            <a:xfrm>
              <a:off x="2393515" y="727699"/>
              <a:ext cx="3858955" cy="3541934"/>
              <a:chOff x="-107218" y="-40335"/>
              <a:chExt cx="3858953" cy="3541933"/>
            </a:xfrm>
          </p:grpSpPr>
          <p:sp>
            <p:nvSpPr>
              <p:cNvPr id="59" name="Rectangle"/>
              <p:cNvSpPr/>
              <p:nvPr/>
            </p:nvSpPr>
            <p:spPr>
              <a:xfrm>
                <a:off x="0" y="-1"/>
                <a:ext cx="3751735" cy="3501599"/>
              </a:xfrm>
              <a:prstGeom prst="rect">
                <a:avLst/>
              </a:prstGeom>
              <a:solidFill>
                <a:srgbClr val="CDCBDF">
                  <a:alpha val="90000"/>
                </a:srgbClr>
              </a:solidFill>
              <a:ln w="19050" cap="flat">
                <a:solidFill>
                  <a:srgbClr val="CDCBDF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Razvoj backend-a Postavljanje baze i API-a:Definirali smo bazu podataka i sheme za korisnika, recenzije, lokacije i kategorije. Definirali smo API Implementacija prijave korisnika: Implementirali  smo funkcionalnosti prijave i registracije za korisnike…"/>
              <p:cNvSpPr txBox="1"/>
              <p:nvPr/>
            </p:nvSpPr>
            <p:spPr>
              <a:xfrm>
                <a:off x="-107218" y="-40335"/>
                <a:ext cx="3751734" cy="21709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83955" tIns="183955" rIns="183955" bIns="183955" numCol="1" anchor="t">
                <a:sp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400"/>
                  </a:spcBef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Razvoj</a:t>
                </a:r>
                <a:r>
                  <a:rPr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backend-a</a:t>
                </a: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Postavljanje baze i Api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Prijava Korisnika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CRUD opcije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Testiranje ruta</a:t>
                </a:r>
              </a:p>
            </p:txBody>
          </p:sp>
        </p:grpSp>
        <p:grpSp>
          <p:nvGrpSpPr>
            <p:cNvPr id="47" name="Group"/>
            <p:cNvGrpSpPr/>
            <p:nvPr/>
          </p:nvGrpSpPr>
          <p:grpSpPr>
            <a:xfrm>
              <a:off x="6405270" y="-225154"/>
              <a:ext cx="2558117" cy="847954"/>
              <a:chOff x="0" y="-225154"/>
              <a:chExt cx="2558115" cy="847953"/>
            </a:xfrm>
          </p:grpSpPr>
          <p:sp>
            <p:nvSpPr>
              <p:cNvPr id="57" name="Chevron"/>
              <p:cNvSpPr/>
              <p:nvPr/>
            </p:nvSpPr>
            <p:spPr>
              <a:xfrm>
                <a:off x="0" y="-195933"/>
                <a:ext cx="2558115" cy="767434"/>
              </a:xfrm>
              <a:prstGeom prst="chevron">
                <a:avLst>
                  <a:gd name="adj" fmla="val 30000"/>
                </a:avLst>
              </a:prstGeom>
              <a:solidFill>
                <a:srgbClr val="2DA594"/>
              </a:solidFill>
              <a:ln w="19050" cap="flat">
                <a:solidFill>
                  <a:srgbClr val="2DA594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8978">
                  <a:lnSpc>
                    <a:spcPct val="90000"/>
                  </a:lnSpc>
                  <a:spcBef>
                    <a:spcPts val="700"/>
                  </a:spcBef>
                  <a:defRPr sz="2000">
                    <a:solidFill>
                      <a:srgbClr val="FFFFFF"/>
                    </a:solidFill>
                  </a:defRPr>
                </a:pPr>
                <a:endParaRPr sz="20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5-6 tjedan"/>
              <p:cNvSpPr txBox="1"/>
              <p:nvPr/>
            </p:nvSpPr>
            <p:spPr>
              <a:xfrm>
                <a:off x="288712" y="-225154"/>
                <a:ext cx="1766427" cy="847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4757" tIns="94757" rIns="94757" bIns="94757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sz="20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r>
                  <a:rPr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5-6 </a:t>
                </a:r>
                <a:r>
                  <a:rPr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tjedan</a:t>
                </a:r>
                <a:endParaRPr lang="hr-HR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hr-HR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postignuto</a:t>
                </a:r>
                <a:endParaRPr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" name="Group"/>
            <p:cNvGrpSpPr/>
            <p:nvPr/>
          </p:nvGrpSpPr>
          <p:grpSpPr>
            <a:xfrm>
              <a:off x="6366943" y="768033"/>
              <a:ext cx="2366213" cy="3501600"/>
              <a:chOff x="-38327" y="0"/>
              <a:chExt cx="2366212" cy="3501598"/>
            </a:xfrm>
          </p:grpSpPr>
          <p:sp>
            <p:nvSpPr>
              <p:cNvPr id="55" name="Rectangle"/>
              <p:cNvSpPr/>
              <p:nvPr/>
            </p:nvSpPr>
            <p:spPr>
              <a:xfrm>
                <a:off x="0" y="0"/>
                <a:ext cx="2327885" cy="3501598"/>
              </a:xfrm>
              <a:prstGeom prst="rect">
                <a:avLst/>
              </a:prstGeom>
              <a:solidFill>
                <a:srgbClr val="CBE0DF">
                  <a:alpha val="90000"/>
                </a:srgbClr>
              </a:solidFill>
              <a:ln w="19050" cap="flat">
                <a:solidFill>
                  <a:srgbClr val="CBE0DF">
                    <a:alpha val="90000"/>
                  </a:srgb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700"/>
                  </a:spcBef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sz="11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Završetak Frontenda Implementacija glavnih stranica: Kreirali smo osnovne UI komponente za prijavu, registraciju, pregled kategorija i dodavanje recenzija…"/>
              <p:cNvSpPr txBox="1"/>
              <p:nvPr/>
            </p:nvSpPr>
            <p:spPr>
              <a:xfrm>
                <a:off x="-38327" y="5196"/>
                <a:ext cx="2327886" cy="23258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83955" tIns="183955" rIns="183955" bIns="183955" numCol="1" anchor="t">
                <a:sp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400"/>
                  </a:spcBef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Završetak</a:t>
                </a:r>
                <a:r>
                  <a:rPr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Frontenda</a:t>
                </a: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Kreirane UI komponente za prijavu, registraciju, pregled kategorija i dodavanja recenzija.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lang="hr-HR"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Frontend povezan s backend-om putem API poziva.</a:t>
                </a:r>
                <a:endParaRPr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9" name="Group"/>
            <p:cNvGrpSpPr/>
            <p:nvPr/>
          </p:nvGrpSpPr>
          <p:grpSpPr>
            <a:xfrm>
              <a:off x="8895506" y="-238685"/>
              <a:ext cx="2791682" cy="847954"/>
              <a:chOff x="-10497" y="-239285"/>
              <a:chExt cx="2791680" cy="847953"/>
            </a:xfrm>
          </p:grpSpPr>
          <p:sp>
            <p:nvSpPr>
              <p:cNvPr id="53" name="Chevron"/>
              <p:cNvSpPr/>
              <p:nvPr/>
            </p:nvSpPr>
            <p:spPr>
              <a:xfrm>
                <a:off x="-10497" y="-202536"/>
                <a:ext cx="2791680" cy="767435"/>
              </a:xfrm>
              <a:prstGeom prst="chevron">
                <a:avLst>
                  <a:gd name="adj" fmla="val 30000"/>
                </a:avLst>
              </a:prstGeom>
              <a:solidFill>
                <a:schemeClr val="accent6"/>
              </a:solidFill>
              <a:ln w="19050" cap="flat">
                <a:solidFill>
                  <a:schemeClr val="accent6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 defTabSz="888978">
                  <a:lnSpc>
                    <a:spcPct val="90000"/>
                  </a:lnSpc>
                  <a:spcBef>
                    <a:spcPts val="700"/>
                  </a:spcBef>
                  <a:defRPr>
                    <a:solidFill>
                      <a:srgbClr val="FFFFFF"/>
                    </a:solidFill>
                  </a:defRPr>
                </a:pPr>
                <a:endParaRPr sz="14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7-8 tjedan"/>
              <p:cNvSpPr txBox="1"/>
              <p:nvPr/>
            </p:nvSpPr>
            <p:spPr>
              <a:xfrm>
                <a:off x="227915" y="-239285"/>
                <a:ext cx="2347068" cy="847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4757" tIns="94757" rIns="94757" bIns="94757" numCol="1" anchor="ctr">
                <a:spAutoFit/>
              </a:bodyPr>
              <a:lstStyle>
                <a:lvl1pPr algn="ctr" defTabSz="889000">
                  <a:lnSpc>
                    <a:spcPct val="90000"/>
                  </a:lnSpc>
                  <a:spcBef>
                    <a:spcPts val="800"/>
                  </a:spcBef>
                  <a:defRPr sz="20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lvl1pPr>
              </a:lstStyle>
              <a:p>
                <a:r>
                  <a:rPr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7-8 </a:t>
                </a:r>
                <a:r>
                  <a:rPr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tjedan</a:t>
                </a:r>
                <a:endParaRPr lang="hr-HR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hr-HR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postignuto</a:t>
                </a:r>
                <a:endParaRPr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0" name="Group"/>
            <p:cNvGrpSpPr/>
            <p:nvPr/>
          </p:nvGrpSpPr>
          <p:grpSpPr>
            <a:xfrm>
              <a:off x="8906002" y="768034"/>
              <a:ext cx="2781186" cy="3501598"/>
              <a:chOff x="-1" y="0"/>
              <a:chExt cx="2781185" cy="3501597"/>
            </a:xfrm>
          </p:grpSpPr>
          <p:sp>
            <p:nvSpPr>
              <p:cNvPr id="51" name="Rectangle"/>
              <p:cNvSpPr/>
              <p:nvPr/>
            </p:nvSpPr>
            <p:spPr>
              <a:xfrm>
                <a:off x="-1" y="0"/>
                <a:ext cx="2781185" cy="3501597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  <a:alpha val="90000"/>
                </a:schemeClr>
              </a:solidFill>
              <a:ln w="19050" cap="flat">
                <a:solidFill>
                  <a:schemeClr val="accent6">
                    <a:lumMod val="40000"/>
                    <a:lumOff val="60000"/>
                    <a:alpha val="9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700"/>
                  </a:spcBef>
                  <a:defRPr sz="110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endParaRPr sz="110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Testiranje i implementacija…"/>
              <p:cNvSpPr txBox="1"/>
              <p:nvPr/>
            </p:nvSpPr>
            <p:spPr>
              <a:xfrm>
                <a:off x="0" y="0"/>
                <a:ext cx="2781184" cy="29686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83955" tIns="183955" rIns="183955" bIns="183955" numCol="1" anchor="t">
                <a:spAutoFit/>
              </a:bodyPr>
              <a:lstStyle/>
              <a:p>
                <a:pPr defTabSz="488938">
                  <a:lnSpc>
                    <a:spcPct val="90000"/>
                  </a:lnSpc>
                  <a:spcBef>
                    <a:spcPts val="400"/>
                  </a:spcBef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Spajanje frontend-a s backend-om: 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Frontend povezan s backend-om putem API poziva.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Djelomično dovršen, uz potrebe dorade.</a:t>
                </a:r>
              </a:p>
              <a:p>
                <a:pPr defTabSz="488938">
                  <a:lnSpc>
                    <a:spcPct val="90000"/>
                  </a:lnSpc>
                  <a:spcBef>
                    <a:spcPts val="400"/>
                  </a:spcBef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Testiranje</a:t>
                </a:r>
                <a:r>
                  <a:rPr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13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implementacija</a:t>
                </a: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Planirano detaljno testiranje funkcionalnosti i ispravljanje grešaka</a:t>
                </a:r>
              </a:p>
              <a:p>
                <a:pPr marL="285750" indent="-285750" defTabSz="488938">
                  <a:lnSpc>
                    <a:spcPct val="90000"/>
                  </a:lnSpc>
                  <a:spcBef>
                    <a:spcPts val="400"/>
                  </a:spcBef>
                  <a:buFont typeface="Arial" panose="020B0604020202020204" pitchFamily="34" charset="0"/>
                  <a:buChar char="•"/>
                  <a:defRPr sz="1100" b="1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  <a:sym typeface="Aptos Display"/>
                  </a:defRPr>
                </a:pPr>
                <a:r>
                  <a:rPr lang="hr-HR" sz="13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Dodatna dorada korisničkog sučelja</a:t>
                </a:r>
                <a:endParaRPr sz="1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67" name="Pravokutnik 66"/>
          <p:cNvSpPr/>
          <p:nvPr/>
        </p:nvSpPr>
        <p:spPr>
          <a:xfrm>
            <a:off x="4456449" y="278985"/>
            <a:ext cx="38571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VREMENSKI PLAN</a:t>
            </a:r>
          </a:p>
        </p:txBody>
      </p:sp>
    </p:spTree>
    <p:extLst>
      <p:ext uri="{BB962C8B-B14F-4D97-AF65-F5344CB8AC3E}">
        <p14:creationId xmlns:p14="http://schemas.microsoft.com/office/powerpoint/2010/main" val="2794240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237"/>
          <p:cNvSpPr/>
          <p:nvPr/>
        </p:nvSpPr>
        <p:spPr>
          <a:xfrm rot="10800000" flipV="1">
            <a:off x="-16340" y="3394081"/>
            <a:ext cx="3940639" cy="3487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03033A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17" name="Zaobljeni pravokutnik 16"/>
          <p:cNvSpPr/>
          <p:nvPr/>
        </p:nvSpPr>
        <p:spPr>
          <a:xfrm>
            <a:off x="227740" y="2061109"/>
            <a:ext cx="5524500" cy="1773884"/>
          </a:xfrm>
          <a:prstGeom prst="roundRect">
            <a:avLst/>
          </a:prstGeom>
          <a:solidFill>
            <a:srgbClr val="FEF4E5"/>
          </a:solidFill>
          <a:ln>
            <a:solidFill>
              <a:srgbClr val="EDC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r-HR"/>
          </a:p>
        </p:txBody>
      </p:sp>
      <p:sp>
        <p:nvSpPr>
          <p:cNvPr id="16" name="Zaobljeni pravokutnik 15"/>
          <p:cNvSpPr/>
          <p:nvPr/>
        </p:nvSpPr>
        <p:spPr>
          <a:xfrm>
            <a:off x="6439175" y="1327905"/>
            <a:ext cx="5524500" cy="1773884"/>
          </a:xfrm>
          <a:prstGeom prst="roundRect">
            <a:avLst/>
          </a:prstGeom>
          <a:solidFill>
            <a:srgbClr val="FEF4E5"/>
          </a:solidFill>
          <a:ln>
            <a:solidFill>
              <a:srgbClr val="EDC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3" name="Zaobljeni pravokutnik 12"/>
          <p:cNvSpPr/>
          <p:nvPr/>
        </p:nvSpPr>
        <p:spPr>
          <a:xfrm>
            <a:off x="227740" y="4536209"/>
            <a:ext cx="5524500" cy="1773884"/>
          </a:xfrm>
          <a:prstGeom prst="roundRect">
            <a:avLst/>
          </a:prstGeom>
          <a:solidFill>
            <a:srgbClr val="FEF4E5"/>
          </a:solidFill>
          <a:ln>
            <a:solidFill>
              <a:srgbClr val="EDC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r-HR"/>
          </a:p>
        </p:txBody>
      </p:sp>
      <p:sp>
        <p:nvSpPr>
          <p:cNvPr id="2" name="Zaobljeni pravokutnik 1"/>
          <p:cNvSpPr/>
          <p:nvPr/>
        </p:nvSpPr>
        <p:spPr>
          <a:xfrm>
            <a:off x="6439175" y="3639933"/>
            <a:ext cx="5524500" cy="1773884"/>
          </a:xfrm>
          <a:prstGeom prst="roundRect">
            <a:avLst/>
          </a:prstGeom>
          <a:solidFill>
            <a:srgbClr val="FEF4E5"/>
          </a:solidFill>
          <a:ln>
            <a:solidFill>
              <a:srgbClr val="EDC1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r-HR"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417401" y="192334"/>
            <a:ext cx="5909639" cy="14263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lvl="0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PROBLEMI NA KOJE </a:t>
            </a:r>
            <a:b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JE TIM NAIŠAO</a:t>
            </a:r>
          </a:p>
        </p:txBody>
      </p:sp>
      <p:sp>
        <p:nvSpPr>
          <p:cNvPr id="397" name="Google Shape;397;p32"/>
          <p:cNvSpPr txBox="1">
            <a:spLocks noGrp="1"/>
          </p:cNvSpPr>
          <p:nvPr>
            <p:ph type="subTitle" idx="1"/>
          </p:nvPr>
        </p:nvSpPr>
        <p:spPr>
          <a:xfrm>
            <a:off x="714559" y="2626909"/>
            <a:ext cx="4420117" cy="11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Rješenje:</a:t>
            </a:r>
          </a:p>
          <a:p>
            <a:pPr algn="l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Provjera konfiguracije, Implementirati bolju</a:t>
            </a:r>
          </a:p>
          <a:p>
            <a:pPr algn="l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obradu grešaka </a:t>
            </a:r>
          </a:p>
          <a:p>
            <a:pPr algn="l"/>
            <a:endParaRPr lang="hr-HR" dirty="0"/>
          </a:p>
        </p:txBody>
      </p:sp>
      <p:sp>
        <p:nvSpPr>
          <p:cNvPr id="398" name="Google Shape;398;p32"/>
          <p:cNvSpPr txBox="1">
            <a:spLocks noGrp="1"/>
          </p:cNvSpPr>
          <p:nvPr>
            <p:ph type="subTitle" idx="2"/>
          </p:nvPr>
        </p:nvSpPr>
        <p:spPr>
          <a:xfrm>
            <a:off x="621617" y="5091481"/>
            <a:ext cx="4420117" cy="11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Rješenje:</a:t>
            </a:r>
          </a:p>
          <a:p>
            <a:pPr marL="0" indent="0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Jasno definirali zadatke i ciljeve za svakog člana tima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5" name="Google Shape;405;p32"/>
          <p:cNvSpPr txBox="1">
            <a:spLocks noGrp="1"/>
          </p:cNvSpPr>
          <p:nvPr>
            <p:ph type="subTitle" idx="9"/>
          </p:nvPr>
        </p:nvSpPr>
        <p:spPr>
          <a:xfrm>
            <a:off x="417401" y="2077890"/>
            <a:ext cx="4624333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r-HR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Povezivanje s bazom podataka</a:t>
            </a:r>
            <a:endParaRPr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7" name="Google Shape;407;p32"/>
          <p:cNvSpPr txBox="1">
            <a:spLocks noGrp="1"/>
          </p:cNvSpPr>
          <p:nvPr>
            <p:ph type="subTitle" idx="14"/>
          </p:nvPr>
        </p:nvSpPr>
        <p:spPr>
          <a:xfrm>
            <a:off x="227740" y="4571165"/>
            <a:ext cx="5043433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Komunikacija i timska dinamika</a:t>
            </a:r>
            <a:endParaRPr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Google Shape;407;p32"/>
          <p:cNvSpPr txBox="1">
            <a:spLocks noGrp="1"/>
          </p:cNvSpPr>
          <p:nvPr>
            <p:ph type="subTitle" idx="14"/>
          </p:nvPr>
        </p:nvSpPr>
        <p:spPr>
          <a:xfrm>
            <a:off x="6532117" y="3611403"/>
            <a:ext cx="5524500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r-HR" sz="2133" dirty="0">
                <a:solidFill>
                  <a:schemeClr val="tx1"/>
                </a:solidFill>
              </a:rPr>
              <a:t> </a:t>
            </a:r>
            <a:r>
              <a:rPr lang="hr-HR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Nepravilna vizualizacija podataka</a:t>
            </a:r>
            <a:endParaRPr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398;p32"/>
          <p:cNvSpPr txBox="1">
            <a:spLocks noGrp="1"/>
          </p:cNvSpPr>
          <p:nvPr>
            <p:ph type="subTitle" idx="2"/>
          </p:nvPr>
        </p:nvSpPr>
        <p:spPr>
          <a:xfrm>
            <a:off x="7049032" y="4154939"/>
            <a:ext cx="4606000" cy="9365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Rješenje:</a:t>
            </a:r>
          </a:p>
          <a:p>
            <a:pPr marL="0" indent="0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Provjera podataka, Testiranje vizualizacija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397;p32"/>
          <p:cNvSpPr txBox="1">
            <a:spLocks noGrp="1"/>
          </p:cNvSpPr>
          <p:nvPr>
            <p:ph type="subTitle" idx="1"/>
          </p:nvPr>
        </p:nvSpPr>
        <p:spPr>
          <a:xfrm>
            <a:off x="6991367" y="2061109"/>
            <a:ext cx="4420117" cy="113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Rješenje:</a:t>
            </a:r>
          </a:p>
          <a:p>
            <a:pPr algn="l"/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Implementacija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flexbox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-a i </a:t>
            </a:r>
            <a:r>
              <a:rPr lang="hr-HR" dirty="0" err="1"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-a</a:t>
            </a:r>
          </a:p>
        </p:txBody>
      </p:sp>
      <p:sp>
        <p:nvSpPr>
          <p:cNvPr id="15" name="Google Shape;405;p32"/>
          <p:cNvSpPr txBox="1">
            <a:spLocks noGrp="1"/>
          </p:cNvSpPr>
          <p:nvPr>
            <p:ph type="subTitle" idx="9"/>
          </p:nvPr>
        </p:nvSpPr>
        <p:spPr>
          <a:xfrm>
            <a:off x="6570101" y="1404673"/>
            <a:ext cx="4841383" cy="59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hr-HR" sz="2133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Preklapanje elemenata u CSS-u</a:t>
            </a:r>
            <a:endParaRPr sz="2133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03033A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6791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ravokutnik 55"/>
          <p:cNvSpPr/>
          <p:nvPr/>
        </p:nvSpPr>
        <p:spPr>
          <a:xfrm>
            <a:off x="0" y="1058"/>
            <a:ext cx="4822866" cy="6858000"/>
          </a:xfrm>
          <a:prstGeom prst="rect">
            <a:avLst/>
          </a:prstGeom>
          <a:solidFill>
            <a:srgbClr val="03033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" name="Google Shape;631;p32"/>
          <p:cNvSpPr/>
          <p:nvPr/>
        </p:nvSpPr>
        <p:spPr>
          <a:xfrm>
            <a:off x="5129822" y="2930525"/>
            <a:ext cx="2631456" cy="2574325"/>
          </a:xfrm>
          <a:prstGeom prst="blockArc">
            <a:avLst>
              <a:gd name="adj1" fmla="val 10800000"/>
              <a:gd name="adj2" fmla="val 399662"/>
              <a:gd name="adj3" fmla="val 21099"/>
            </a:avLst>
          </a:prstGeom>
          <a:solidFill>
            <a:srgbClr val="5D6B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32;p32"/>
          <p:cNvSpPr/>
          <p:nvPr/>
        </p:nvSpPr>
        <p:spPr>
          <a:xfrm>
            <a:off x="5129822" y="2930525"/>
            <a:ext cx="2631456" cy="2574325"/>
          </a:xfrm>
          <a:prstGeom prst="blockArc">
            <a:avLst>
              <a:gd name="adj1" fmla="val 2812051"/>
              <a:gd name="adj2" fmla="val 10885183"/>
              <a:gd name="adj3" fmla="val 21139"/>
            </a:avLst>
          </a:prstGeom>
          <a:solidFill>
            <a:srgbClr val="0303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636;p32"/>
          <p:cNvSpPr/>
          <p:nvPr/>
        </p:nvSpPr>
        <p:spPr>
          <a:xfrm>
            <a:off x="5129822" y="2930525"/>
            <a:ext cx="2631456" cy="2574325"/>
          </a:xfrm>
          <a:prstGeom prst="blockArc">
            <a:avLst>
              <a:gd name="adj1" fmla="val 19772714"/>
              <a:gd name="adj2" fmla="val 3422554"/>
              <a:gd name="adj3" fmla="val 21160"/>
            </a:avLst>
          </a:prstGeom>
          <a:solidFill>
            <a:srgbClr val="35D8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415;p25"/>
          <p:cNvGrpSpPr/>
          <p:nvPr/>
        </p:nvGrpSpPr>
        <p:grpSpPr>
          <a:xfrm>
            <a:off x="4900820" y="0"/>
            <a:ext cx="7291180" cy="2275500"/>
            <a:chOff x="2665325" y="1137775"/>
            <a:chExt cx="3876900" cy="2275500"/>
          </a:xfrm>
        </p:grpSpPr>
        <p:cxnSp>
          <p:nvCxnSpPr>
            <p:cNvPr id="24" name="Google Shape;416;p25"/>
            <p:cNvCxnSpPr/>
            <p:nvPr/>
          </p:nvCxnSpPr>
          <p:spPr>
            <a:xfrm>
              <a:off x="2665325" y="113777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417;p25"/>
            <p:cNvCxnSpPr/>
            <p:nvPr/>
          </p:nvCxnSpPr>
          <p:spPr>
            <a:xfrm>
              <a:off x="2665325" y="136532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418;p25"/>
            <p:cNvCxnSpPr/>
            <p:nvPr/>
          </p:nvCxnSpPr>
          <p:spPr>
            <a:xfrm>
              <a:off x="2665325" y="159287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419;p25"/>
            <p:cNvCxnSpPr/>
            <p:nvPr/>
          </p:nvCxnSpPr>
          <p:spPr>
            <a:xfrm>
              <a:off x="2665325" y="182042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420;p25"/>
            <p:cNvCxnSpPr/>
            <p:nvPr/>
          </p:nvCxnSpPr>
          <p:spPr>
            <a:xfrm>
              <a:off x="2665325" y="204797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421;p25"/>
            <p:cNvCxnSpPr/>
            <p:nvPr/>
          </p:nvCxnSpPr>
          <p:spPr>
            <a:xfrm>
              <a:off x="2665325" y="227552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422;p25"/>
            <p:cNvCxnSpPr/>
            <p:nvPr/>
          </p:nvCxnSpPr>
          <p:spPr>
            <a:xfrm>
              <a:off x="2665325" y="250307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423;p25"/>
            <p:cNvCxnSpPr/>
            <p:nvPr/>
          </p:nvCxnSpPr>
          <p:spPr>
            <a:xfrm>
              <a:off x="2665325" y="273062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424;p25"/>
            <p:cNvCxnSpPr/>
            <p:nvPr/>
          </p:nvCxnSpPr>
          <p:spPr>
            <a:xfrm>
              <a:off x="2665325" y="295817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425;p25"/>
            <p:cNvCxnSpPr/>
            <p:nvPr/>
          </p:nvCxnSpPr>
          <p:spPr>
            <a:xfrm>
              <a:off x="2665325" y="318572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426;p25"/>
            <p:cNvCxnSpPr/>
            <p:nvPr/>
          </p:nvCxnSpPr>
          <p:spPr>
            <a:xfrm>
              <a:off x="2665325" y="3413275"/>
              <a:ext cx="3876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35" name="Google Shape;428;p25"/>
          <p:cNvSpPr/>
          <p:nvPr/>
        </p:nvSpPr>
        <p:spPr>
          <a:xfrm>
            <a:off x="5400755" y="136031"/>
            <a:ext cx="6295117" cy="1213925"/>
          </a:xfrm>
          <a:custGeom>
            <a:avLst/>
            <a:gdLst/>
            <a:ahLst/>
            <a:cxnLst/>
            <a:rect l="l" t="t" r="r" b="b"/>
            <a:pathLst>
              <a:path w="157520" h="48557" extrusionOk="0">
                <a:moveTo>
                  <a:pt x="0" y="48557"/>
                </a:moveTo>
                <a:cubicBezTo>
                  <a:pt x="9046" y="43490"/>
                  <a:pt x="37575" y="19993"/>
                  <a:pt x="54277" y="18157"/>
                </a:cubicBezTo>
                <a:cubicBezTo>
                  <a:pt x="70979" y="16321"/>
                  <a:pt x="87779" y="40421"/>
                  <a:pt x="100210" y="37541"/>
                </a:cubicBezTo>
                <a:cubicBezTo>
                  <a:pt x="112641" y="34662"/>
                  <a:pt x="119313" y="5234"/>
                  <a:pt x="128865" y="880"/>
                </a:cubicBezTo>
                <a:cubicBezTo>
                  <a:pt x="138417" y="-3474"/>
                  <a:pt x="152744" y="9659"/>
                  <a:pt x="157520" y="11415"/>
                </a:cubicBezTo>
              </a:path>
            </a:pathLst>
          </a:custGeom>
          <a:noFill/>
          <a:ln w="38100" cap="flat" cmpd="sng">
            <a:solidFill>
              <a:srgbClr val="5D6B93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429;p25"/>
          <p:cNvSpPr/>
          <p:nvPr/>
        </p:nvSpPr>
        <p:spPr>
          <a:xfrm>
            <a:off x="5416077" y="333181"/>
            <a:ext cx="6201841" cy="890452"/>
          </a:xfrm>
          <a:custGeom>
            <a:avLst/>
            <a:gdLst/>
            <a:ahLst/>
            <a:cxnLst/>
            <a:rect l="l" t="t" r="r" b="b"/>
            <a:pathLst>
              <a:path w="165656" h="38021" extrusionOk="0">
                <a:moveTo>
                  <a:pt x="0" y="16419"/>
                </a:moveTo>
                <a:cubicBezTo>
                  <a:pt x="11930" y="19964"/>
                  <a:pt x="51265" y="40348"/>
                  <a:pt x="71580" y="37689"/>
                </a:cubicBezTo>
                <a:cubicBezTo>
                  <a:pt x="91895" y="35030"/>
                  <a:pt x="106211" y="3671"/>
                  <a:pt x="121890" y="467"/>
                </a:cubicBezTo>
                <a:cubicBezTo>
                  <a:pt x="137569" y="-2737"/>
                  <a:pt x="158362" y="15465"/>
                  <a:pt x="165656" y="18464"/>
                </a:cubicBezTo>
              </a:path>
            </a:pathLst>
          </a:custGeom>
          <a:noFill/>
          <a:ln w="38100" cap="flat" cmpd="sng">
            <a:solidFill>
              <a:srgbClr val="03033A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Google Shape;430;p25"/>
          <p:cNvSpPr/>
          <p:nvPr/>
        </p:nvSpPr>
        <p:spPr>
          <a:xfrm>
            <a:off x="5446705" y="954779"/>
            <a:ext cx="6186575" cy="1116125"/>
          </a:xfrm>
          <a:custGeom>
            <a:avLst/>
            <a:gdLst/>
            <a:ahLst/>
            <a:cxnLst/>
            <a:rect l="l" t="t" r="r" b="b"/>
            <a:pathLst>
              <a:path w="154804" h="44645" extrusionOk="0">
                <a:moveTo>
                  <a:pt x="0" y="29219"/>
                </a:moveTo>
                <a:cubicBezTo>
                  <a:pt x="10540" y="24375"/>
                  <a:pt x="43892" y="-2271"/>
                  <a:pt x="63242" y="156"/>
                </a:cubicBezTo>
                <a:cubicBezTo>
                  <a:pt x="82593" y="2583"/>
                  <a:pt x="100843" y="38936"/>
                  <a:pt x="116103" y="43780"/>
                </a:cubicBezTo>
                <a:cubicBezTo>
                  <a:pt x="131363" y="48624"/>
                  <a:pt x="148354" y="31646"/>
                  <a:pt x="154804" y="29219"/>
                </a:cubicBezTo>
              </a:path>
            </a:pathLst>
          </a:custGeom>
          <a:noFill/>
          <a:ln w="38100" cap="flat" cmpd="sng">
            <a:solidFill>
              <a:srgbClr val="35D8B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Slika 4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65" t="32778" r="7142" b="16389"/>
          <a:stretch/>
        </p:blipFill>
        <p:spPr>
          <a:xfrm>
            <a:off x="8324849" y="2717832"/>
            <a:ext cx="3867151" cy="3486150"/>
          </a:xfrm>
          <a:prstGeom prst="rect">
            <a:avLst/>
          </a:prstGeom>
        </p:spPr>
      </p:pic>
      <p:sp>
        <p:nvSpPr>
          <p:cNvPr id="52" name="Pravokutnik 51"/>
          <p:cNvSpPr/>
          <p:nvPr/>
        </p:nvSpPr>
        <p:spPr>
          <a:xfrm>
            <a:off x="15362" y="2047950"/>
            <a:ext cx="482286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sz="4400" b="1" dirty="0">
                <a:solidFill>
                  <a:srgbClr val="5D6B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VERIFIKACIJA</a:t>
            </a:r>
          </a:p>
          <a:p>
            <a:r>
              <a:rPr lang="hr-HR" sz="4400" b="1" dirty="0">
                <a:solidFill>
                  <a:srgbClr val="5D6B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&amp;</a:t>
            </a:r>
          </a:p>
          <a:p>
            <a:r>
              <a:rPr lang="hr-HR" sz="4400" b="1" dirty="0">
                <a:solidFill>
                  <a:srgbClr val="5D6B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VALIDACIJA</a:t>
            </a:r>
          </a:p>
        </p:txBody>
      </p:sp>
    </p:spTree>
    <p:extLst>
      <p:ext uri="{BB962C8B-B14F-4D97-AF65-F5344CB8AC3E}">
        <p14:creationId xmlns:p14="http://schemas.microsoft.com/office/powerpoint/2010/main" val="76518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128F-355A-88B5-FCF4-EEE9804DD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 Light"/>
                <a:cs typeface="Calibri Light"/>
              </a:rPr>
              <a:t>Backend </a:t>
            </a:r>
            <a:r>
              <a:rPr lang="en-US" dirty="0" err="1">
                <a:latin typeface="Arial"/>
                <a:ea typeface="Calibri Light"/>
                <a:cs typeface="Calibri Light"/>
              </a:rPr>
              <a:t>testiranja</a:t>
            </a:r>
            <a:endParaRPr lang="en-US" dirty="0">
              <a:latin typeface="Arial"/>
            </a:endParaRP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90C88BE-189F-ED16-9F19-A1BFCD4AE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9607" y="176370"/>
            <a:ext cx="6096000" cy="33909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72AD65-E181-8929-FEF0-B8D91C0870F0}"/>
              </a:ext>
            </a:extLst>
          </p:cNvPr>
          <p:cNvSpPr txBox="1"/>
          <p:nvPr/>
        </p:nvSpPr>
        <p:spPr>
          <a:xfrm>
            <a:off x="1075764" y="1664873"/>
            <a:ext cx="60319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jest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latin typeface="Arial"/>
                <a:ea typeface="Calibri"/>
                <a:cs typeface="Calibri"/>
              </a:rPr>
              <a:t>supertest</a:t>
            </a:r>
            <a:endParaRPr lang="en-US" sz="2400" dirty="0">
              <a:latin typeface="Arial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latin typeface="Arial"/>
                <a:ea typeface="Calibri"/>
                <a:cs typeface="Calibri"/>
              </a:rPr>
              <a:t>integracijski</a:t>
            </a:r>
            <a:r>
              <a:rPr lang="en-US" sz="2400" dirty="0">
                <a:latin typeface="Arial"/>
                <a:ea typeface="Calibri"/>
                <a:cs typeface="Calibri"/>
              </a:rPr>
              <a:t> </a:t>
            </a:r>
            <a:r>
              <a:rPr lang="en-US" sz="2400" dirty="0" err="1">
                <a:latin typeface="Arial"/>
                <a:ea typeface="Calibri"/>
                <a:cs typeface="Calibri"/>
              </a:rPr>
              <a:t>testovi</a:t>
            </a:r>
            <a:endParaRPr lang="en-US" sz="2400" dirty="0">
              <a:latin typeface="Arial"/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97E7F7D-09A3-0BDB-4EC5-44E4F405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5" y="3762837"/>
            <a:ext cx="8663747" cy="257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9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DD02C-0DB0-4AEA-2A63-C48C07C8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 Light"/>
                <a:cs typeface="Calibri Light"/>
              </a:rPr>
              <a:t>Frontend </a:t>
            </a:r>
            <a:r>
              <a:rPr lang="en-US" err="1">
                <a:latin typeface="Arial"/>
                <a:ea typeface="Calibri Light"/>
                <a:cs typeface="Calibri Light"/>
              </a:rPr>
              <a:t>testiranja</a:t>
            </a:r>
            <a:endParaRPr lang="en-US" err="1">
              <a:latin typeface="Arial"/>
            </a:endParaRPr>
          </a:p>
        </p:txBody>
      </p:sp>
      <p:pic>
        <p:nvPicPr>
          <p:cNvPr id="4" name="Content Placeholder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0B871C6-2868-D7EF-4AB1-F0754AB75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125" y="4702847"/>
            <a:ext cx="11000974" cy="1669996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0A627A-10BE-7937-0E2B-AB0857C7D3CB}"/>
              </a:ext>
            </a:extLst>
          </p:cNvPr>
          <p:cNvSpPr txBox="1"/>
          <p:nvPr/>
        </p:nvSpPr>
        <p:spPr>
          <a:xfrm>
            <a:off x="1267968" y="1780032"/>
            <a:ext cx="453542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jest 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react-testing-library</a:t>
            </a:r>
            <a:endParaRPr lang="en-US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unit</a:t>
            </a:r>
          </a:p>
          <a:p>
            <a:pPr marL="285750" indent="-285750">
              <a:buFont typeface="Arial"/>
              <a:buChar char="•"/>
            </a:pPr>
            <a:r>
              <a:rPr lang="en-US" sz="2400" err="1">
                <a:latin typeface="Arial"/>
                <a:ea typeface="Calibri"/>
                <a:cs typeface="Calibri"/>
              </a:rPr>
              <a:t>funkcionalni</a:t>
            </a:r>
            <a:endParaRPr lang="en-US" sz="2400">
              <a:latin typeface="Arial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latin typeface="Arial"/>
                <a:ea typeface="Calibri"/>
                <a:cs typeface="Calibri"/>
              </a:rPr>
              <a:t>integracijski</a:t>
            </a:r>
            <a:endParaRPr lang="en-US" sz="2400">
              <a:latin typeface="Arial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end-to-end</a:t>
            </a:r>
          </a:p>
        </p:txBody>
      </p:sp>
      <p:pic>
        <p:nvPicPr>
          <p:cNvPr id="3" name="Picture 2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13D16782-80DC-274D-E18F-2D73AFE0F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436" y="1755945"/>
            <a:ext cx="7242201" cy="1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8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B7B3-026E-C946-5942-9DB4A052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Arial"/>
                <a:ea typeface="Calibri Light"/>
                <a:cs typeface="Calibri Light"/>
              </a:rPr>
              <a:t>Testiranja</a:t>
            </a:r>
            <a:r>
              <a:rPr lang="en-US" dirty="0">
                <a:latin typeface="Arial"/>
                <a:ea typeface="Calibri Light"/>
                <a:cs typeface="Calibri Light"/>
              </a:rPr>
              <a:t> </a:t>
            </a:r>
            <a:r>
              <a:rPr lang="en-US" err="1">
                <a:latin typeface="Arial"/>
                <a:ea typeface="Calibri Light"/>
                <a:cs typeface="Calibri Light"/>
              </a:rPr>
              <a:t>cijele</a:t>
            </a:r>
            <a:r>
              <a:rPr lang="en-US" dirty="0">
                <a:latin typeface="Arial"/>
                <a:ea typeface="Calibri Light"/>
                <a:cs typeface="Calibri Light"/>
              </a:rPr>
              <a:t> </a:t>
            </a:r>
            <a:r>
              <a:rPr lang="en-US" err="1">
                <a:latin typeface="Arial"/>
                <a:ea typeface="Calibri Light"/>
                <a:cs typeface="Calibri Light"/>
              </a:rPr>
              <a:t>aplikacije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4441723B-7423-A718-11E8-7F2B05098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9002" r="21050"/>
          <a:stretch/>
        </p:blipFill>
        <p:spPr>
          <a:xfrm>
            <a:off x="644024" y="3429908"/>
            <a:ext cx="4812792" cy="1151996"/>
          </a:xfr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4636BE-138E-1078-26B5-3070363B7A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056" r="16544"/>
          <a:stretch/>
        </p:blipFill>
        <p:spPr>
          <a:xfrm>
            <a:off x="6533579" y="3697500"/>
            <a:ext cx="4825173" cy="2507720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AA12F233-82B5-3C8F-9649-DF173A02CF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930" r="13800" b="-426"/>
          <a:stretch/>
        </p:blipFill>
        <p:spPr>
          <a:xfrm>
            <a:off x="646176" y="5084826"/>
            <a:ext cx="5254752" cy="1242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7D77DA-862A-8F9C-0A45-8DE4FA1CE4D2}"/>
              </a:ext>
            </a:extLst>
          </p:cNvPr>
          <p:cNvSpPr txBox="1"/>
          <p:nvPr/>
        </p:nvSpPr>
        <p:spPr>
          <a:xfrm>
            <a:off x="926592" y="1767839"/>
            <a:ext cx="66690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Cypress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dirty="0">
                <a:latin typeface="Arial"/>
                <a:ea typeface="Calibri"/>
                <a:cs typeface="Calibri"/>
              </a:rPr>
              <a:t>End-to-end </a:t>
            </a:r>
            <a:r>
              <a:rPr lang="en-US" sz="2400" err="1">
                <a:latin typeface="Arial"/>
                <a:ea typeface="Calibri"/>
                <a:cs typeface="Calibri"/>
              </a:rPr>
              <a:t>testovi</a:t>
            </a:r>
            <a:endParaRPr lang="en-US" sz="2400" dirty="0">
              <a:latin typeface="Arial"/>
              <a:ea typeface="Calibri"/>
              <a:cs typeface="Calibri"/>
            </a:endParaRP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8771733-F588-5D76-DAD6-E8B1B8262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751" y="1555115"/>
            <a:ext cx="4998720" cy="16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64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ravokutnik 108"/>
          <p:cNvSpPr/>
          <p:nvPr/>
        </p:nvSpPr>
        <p:spPr>
          <a:xfrm>
            <a:off x="4035401" y="2290048"/>
            <a:ext cx="4619884" cy="30168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03" name="Google Shape;1040;p43"/>
          <p:cNvSpPr/>
          <p:nvPr/>
        </p:nvSpPr>
        <p:spPr>
          <a:xfrm>
            <a:off x="6065501" y="4341441"/>
            <a:ext cx="1462707" cy="1462707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946;p41"/>
          <p:cNvSpPr/>
          <p:nvPr/>
        </p:nvSpPr>
        <p:spPr>
          <a:xfrm>
            <a:off x="4609313" y="3640734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947;p41"/>
          <p:cNvSpPr/>
          <p:nvPr/>
        </p:nvSpPr>
        <p:spPr>
          <a:xfrm>
            <a:off x="4609313" y="3640734"/>
            <a:ext cx="878741" cy="878655"/>
          </a:xfrm>
          <a:prstGeom prst="blockArc">
            <a:avLst>
              <a:gd name="adj1" fmla="val 10866143"/>
              <a:gd name="adj2" fmla="val 2343236"/>
              <a:gd name="adj3" fmla="val 970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973;p41"/>
          <p:cNvSpPr txBox="1"/>
          <p:nvPr/>
        </p:nvSpPr>
        <p:spPr>
          <a:xfrm>
            <a:off x="4749887" y="3917593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65%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015;p43"/>
          <p:cNvSpPr/>
          <p:nvPr/>
        </p:nvSpPr>
        <p:spPr>
          <a:xfrm>
            <a:off x="5493813" y="591571"/>
            <a:ext cx="2464854" cy="2625762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016;p43"/>
          <p:cNvSpPr/>
          <p:nvPr/>
        </p:nvSpPr>
        <p:spPr>
          <a:xfrm>
            <a:off x="5493813" y="591571"/>
            <a:ext cx="2464854" cy="2625762"/>
          </a:xfrm>
          <a:prstGeom prst="blockArc">
            <a:avLst>
              <a:gd name="adj1" fmla="val 13091873"/>
              <a:gd name="adj2" fmla="val 0"/>
              <a:gd name="adj3" fmla="val 25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022;p43"/>
          <p:cNvSpPr txBox="1"/>
          <p:nvPr/>
        </p:nvSpPr>
        <p:spPr>
          <a:xfrm>
            <a:off x="6341648" y="1518856"/>
            <a:ext cx="1844208" cy="77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4472C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45%</a:t>
            </a:r>
            <a:endParaRPr sz="1800" dirty="0">
              <a:solidFill>
                <a:srgbClr val="4472C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0" name="Google Shape;1029;p43"/>
          <p:cNvSpPr txBox="1"/>
          <p:nvPr/>
        </p:nvSpPr>
        <p:spPr>
          <a:xfrm>
            <a:off x="8929348" y="4599385"/>
            <a:ext cx="1107178" cy="664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70AD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60%</a:t>
            </a:r>
            <a:endParaRPr sz="1800" dirty="0">
              <a:solidFill>
                <a:srgbClr val="70AD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7" name="Google Shape;1036;p43"/>
          <p:cNvSpPr txBox="1"/>
          <p:nvPr/>
        </p:nvSpPr>
        <p:spPr>
          <a:xfrm>
            <a:off x="2016142" y="4300367"/>
            <a:ext cx="1260295" cy="751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A5A5A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20%</a:t>
            </a:r>
            <a:endParaRPr sz="1800" dirty="0">
              <a:solidFill>
                <a:srgbClr val="A5A5A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51" name="Google Shape;1040;p43"/>
          <p:cNvSpPr/>
          <p:nvPr/>
        </p:nvSpPr>
        <p:spPr>
          <a:xfrm>
            <a:off x="1078663" y="3364478"/>
            <a:ext cx="2494270" cy="2557807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4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1041;p43"/>
          <p:cNvSpPr/>
          <p:nvPr/>
        </p:nvSpPr>
        <p:spPr>
          <a:xfrm>
            <a:off x="1078663" y="3364478"/>
            <a:ext cx="2494270" cy="2557807"/>
          </a:xfrm>
          <a:prstGeom prst="blockArc">
            <a:avLst>
              <a:gd name="adj1" fmla="val 18794549"/>
              <a:gd name="adj2" fmla="val 0"/>
              <a:gd name="adj3" fmla="val 2500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1047;p43"/>
          <p:cNvSpPr/>
          <p:nvPr/>
        </p:nvSpPr>
        <p:spPr>
          <a:xfrm>
            <a:off x="7958668" y="3783814"/>
            <a:ext cx="2347544" cy="2261386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1048;p43"/>
          <p:cNvSpPr/>
          <p:nvPr/>
        </p:nvSpPr>
        <p:spPr>
          <a:xfrm>
            <a:off x="7958668" y="3783814"/>
            <a:ext cx="2347544" cy="2261386"/>
          </a:xfrm>
          <a:prstGeom prst="blockArc">
            <a:avLst>
              <a:gd name="adj1" fmla="val 7914150"/>
              <a:gd name="adj2" fmla="val 0"/>
              <a:gd name="adj3" fmla="val 25000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1049;p43"/>
          <p:cNvSpPr/>
          <p:nvPr/>
        </p:nvSpPr>
        <p:spPr>
          <a:xfrm>
            <a:off x="9482937" y="4599385"/>
            <a:ext cx="133442" cy="50830"/>
          </a:xfrm>
          <a:custGeom>
            <a:avLst/>
            <a:gdLst/>
            <a:ahLst/>
            <a:cxnLst/>
            <a:rect l="l" t="t" r="r" b="b"/>
            <a:pathLst>
              <a:path w="2931" h="1159" extrusionOk="0">
                <a:moveTo>
                  <a:pt x="398" y="1"/>
                </a:moveTo>
                <a:cubicBezTo>
                  <a:pt x="308" y="1"/>
                  <a:pt x="221" y="40"/>
                  <a:pt x="158" y="119"/>
                </a:cubicBezTo>
                <a:cubicBezTo>
                  <a:pt x="1" y="276"/>
                  <a:pt x="1" y="497"/>
                  <a:pt x="158" y="623"/>
                </a:cubicBezTo>
                <a:cubicBezTo>
                  <a:pt x="505" y="970"/>
                  <a:pt x="977" y="1159"/>
                  <a:pt x="1450" y="1159"/>
                </a:cubicBezTo>
                <a:cubicBezTo>
                  <a:pt x="1922" y="1159"/>
                  <a:pt x="2458" y="970"/>
                  <a:pt x="2773" y="623"/>
                </a:cubicBezTo>
                <a:cubicBezTo>
                  <a:pt x="2931" y="465"/>
                  <a:pt x="2931" y="213"/>
                  <a:pt x="2773" y="119"/>
                </a:cubicBezTo>
                <a:cubicBezTo>
                  <a:pt x="2694" y="40"/>
                  <a:pt x="2592" y="1"/>
                  <a:pt x="2493" y="1"/>
                </a:cubicBezTo>
                <a:cubicBezTo>
                  <a:pt x="2395" y="1"/>
                  <a:pt x="2300" y="40"/>
                  <a:pt x="2237" y="119"/>
                </a:cubicBezTo>
                <a:cubicBezTo>
                  <a:pt x="2048" y="308"/>
                  <a:pt x="1733" y="434"/>
                  <a:pt x="1450" y="434"/>
                </a:cubicBezTo>
                <a:cubicBezTo>
                  <a:pt x="1198" y="434"/>
                  <a:pt x="883" y="308"/>
                  <a:pt x="662" y="119"/>
                </a:cubicBezTo>
                <a:cubicBezTo>
                  <a:pt x="583" y="40"/>
                  <a:pt x="489" y="1"/>
                  <a:pt x="39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1015;p43"/>
          <p:cNvSpPr/>
          <p:nvPr/>
        </p:nvSpPr>
        <p:spPr>
          <a:xfrm>
            <a:off x="-771521" y="-721310"/>
            <a:ext cx="2464854" cy="2625762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016;p43"/>
          <p:cNvSpPr/>
          <p:nvPr/>
        </p:nvSpPr>
        <p:spPr>
          <a:xfrm>
            <a:off x="-771521" y="-721310"/>
            <a:ext cx="2464854" cy="2625762"/>
          </a:xfrm>
          <a:prstGeom prst="blockArc">
            <a:avLst>
              <a:gd name="adj1" fmla="val 13091873"/>
              <a:gd name="adj2" fmla="val 0"/>
              <a:gd name="adj3" fmla="val 25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1040;p43"/>
          <p:cNvSpPr/>
          <p:nvPr/>
        </p:nvSpPr>
        <p:spPr>
          <a:xfrm rot="3239360">
            <a:off x="11027793" y="-303232"/>
            <a:ext cx="1462707" cy="1462707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1041;p43"/>
          <p:cNvSpPr/>
          <p:nvPr/>
        </p:nvSpPr>
        <p:spPr>
          <a:xfrm rot="12716570">
            <a:off x="11027793" y="-303232"/>
            <a:ext cx="1462707" cy="1462707"/>
          </a:xfrm>
          <a:prstGeom prst="blockArc">
            <a:avLst>
              <a:gd name="adj1" fmla="val 18794549"/>
              <a:gd name="adj2" fmla="val 0"/>
              <a:gd name="adj3" fmla="val 25000"/>
            </a:avLst>
          </a:prstGeom>
          <a:solidFill>
            <a:srgbClr val="C745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1015;p43"/>
          <p:cNvSpPr/>
          <p:nvPr/>
        </p:nvSpPr>
        <p:spPr>
          <a:xfrm>
            <a:off x="6459291" y="6023123"/>
            <a:ext cx="1462707" cy="1462707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rgbClr val="E09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1016;p43"/>
          <p:cNvSpPr/>
          <p:nvPr/>
        </p:nvSpPr>
        <p:spPr>
          <a:xfrm>
            <a:off x="6459291" y="6023123"/>
            <a:ext cx="1462707" cy="1462707"/>
          </a:xfrm>
          <a:prstGeom prst="blockArc">
            <a:avLst>
              <a:gd name="adj1" fmla="val 13091873"/>
              <a:gd name="adj2" fmla="val 0"/>
              <a:gd name="adj3" fmla="val 25000"/>
            </a:avLst>
          </a:prstGeom>
          <a:solidFill>
            <a:srgbClr val="EDC1FF"/>
          </a:solidFill>
          <a:ln>
            <a:solidFill>
              <a:srgbClr val="E092E6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940;p41"/>
          <p:cNvSpPr/>
          <p:nvPr/>
        </p:nvSpPr>
        <p:spPr>
          <a:xfrm>
            <a:off x="-130562" y="6219208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941;p41"/>
          <p:cNvSpPr/>
          <p:nvPr/>
        </p:nvSpPr>
        <p:spPr>
          <a:xfrm>
            <a:off x="-130562" y="6219208"/>
            <a:ext cx="878741" cy="878655"/>
          </a:xfrm>
          <a:prstGeom prst="blockArc">
            <a:avLst>
              <a:gd name="adj1" fmla="val 9399978"/>
              <a:gd name="adj2" fmla="val 1210246"/>
              <a:gd name="adj3" fmla="val 974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942;p41"/>
          <p:cNvSpPr/>
          <p:nvPr/>
        </p:nvSpPr>
        <p:spPr>
          <a:xfrm>
            <a:off x="4035401" y="5583795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943;p41"/>
          <p:cNvSpPr/>
          <p:nvPr/>
        </p:nvSpPr>
        <p:spPr>
          <a:xfrm>
            <a:off x="4035401" y="5583795"/>
            <a:ext cx="878741" cy="878655"/>
          </a:xfrm>
          <a:prstGeom prst="blockArc">
            <a:avLst>
              <a:gd name="adj1" fmla="val 7914150"/>
              <a:gd name="adj2" fmla="val 2343236"/>
              <a:gd name="adj3" fmla="val 9705"/>
            </a:avLst>
          </a:prstGeom>
          <a:solidFill>
            <a:srgbClr val="0303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952;p41"/>
          <p:cNvSpPr/>
          <p:nvPr/>
        </p:nvSpPr>
        <p:spPr>
          <a:xfrm>
            <a:off x="9343964" y="1079528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953;p41"/>
          <p:cNvSpPr/>
          <p:nvPr/>
        </p:nvSpPr>
        <p:spPr>
          <a:xfrm>
            <a:off x="9343964" y="1079528"/>
            <a:ext cx="878741" cy="878655"/>
          </a:xfrm>
          <a:prstGeom prst="blockArc">
            <a:avLst>
              <a:gd name="adj1" fmla="val 10688114"/>
              <a:gd name="adj2" fmla="val 57417"/>
              <a:gd name="adj3" fmla="val 9909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972;p41"/>
          <p:cNvSpPr txBox="1"/>
          <p:nvPr/>
        </p:nvSpPr>
        <p:spPr>
          <a:xfrm>
            <a:off x="4175946" y="5860654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80%</a:t>
            </a:r>
            <a:endParaRPr sz="1600" b="1" dirty="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9" name="Google Shape;974;p41"/>
          <p:cNvSpPr txBox="1"/>
          <p:nvPr/>
        </p:nvSpPr>
        <p:spPr>
          <a:xfrm>
            <a:off x="10016" y="6496067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0" name="Google Shape;975;p41"/>
          <p:cNvSpPr txBox="1"/>
          <p:nvPr/>
        </p:nvSpPr>
        <p:spPr>
          <a:xfrm>
            <a:off x="9484545" y="1356387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66666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sz="1600" b="1">
              <a:solidFill>
                <a:srgbClr val="66666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" name="Google Shape;940;p41"/>
          <p:cNvSpPr/>
          <p:nvPr/>
        </p:nvSpPr>
        <p:spPr>
          <a:xfrm>
            <a:off x="3988283" y="248294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41;p41"/>
          <p:cNvSpPr/>
          <p:nvPr/>
        </p:nvSpPr>
        <p:spPr>
          <a:xfrm>
            <a:off x="3988283" y="248294"/>
            <a:ext cx="878741" cy="878655"/>
          </a:xfrm>
          <a:prstGeom prst="blockArc">
            <a:avLst>
              <a:gd name="adj1" fmla="val 9399978"/>
              <a:gd name="adj2" fmla="val 1210246"/>
              <a:gd name="adj3" fmla="val 9744"/>
            </a:avLst>
          </a:prstGeom>
          <a:solidFill>
            <a:srgbClr val="0303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42;p41"/>
          <p:cNvSpPr/>
          <p:nvPr/>
        </p:nvSpPr>
        <p:spPr>
          <a:xfrm>
            <a:off x="995180" y="1156141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3;p41"/>
          <p:cNvSpPr/>
          <p:nvPr/>
        </p:nvSpPr>
        <p:spPr>
          <a:xfrm rot="7350316">
            <a:off x="995182" y="1156139"/>
            <a:ext cx="878741" cy="878655"/>
          </a:xfrm>
          <a:prstGeom prst="blockArc">
            <a:avLst>
              <a:gd name="adj1" fmla="val 7914150"/>
              <a:gd name="adj2" fmla="val 2343236"/>
              <a:gd name="adj3" fmla="val 970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46;p41"/>
          <p:cNvSpPr/>
          <p:nvPr/>
        </p:nvSpPr>
        <p:spPr>
          <a:xfrm>
            <a:off x="11012295" y="5340553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47;p41"/>
          <p:cNvSpPr/>
          <p:nvPr/>
        </p:nvSpPr>
        <p:spPr>
          <a:xfrm>
            <a:off x="11012295" y="5340553"/>
            <a:ext cx="878741" cy="878655"/>
          </a:xfrm>
          <a:prstGeom prst="blockArc">
            <a:avLst>
              <a:gd name="adj1" fmla="val 10866143"/>
              <a:gd name="adj2" fmla="val 2343236"/>
              <a:gd name="adj3" fmla="val 970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52;p41"/>
          <p:cNvSpPr/>
          <p:nvPr/>
        </p:nvSpPr>
        <p:spPr>
          <a:xfrm>
            <a:off x="10572924" y="2490497"/>
            <a:ext cx="878741" cy="878655"/>
          </a:xfrm>
          <a:prstGeom prst="donut">
            <a:avLst>
              <a:gd name="adj" fmla="val 9642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53;p41"/>
          <p:cNvSpPr/>
          <p:nvPr/>
        </p:nvSpPr>
        <p:spPr>
          <a:xfrm>
            <a:off x="10572924" y="2490497"/>
            <a:ext cx="878741" cy="878655"/>
          </a:xfrm>
          <a:prstGeom prst="blockArc">
            <a:avLst>
              <a:gd name="adj1" fmla="val 10688114"/>
              <a:gd name="adj2" fmla="val 57417"/>
              <a:gd name="adj3" fmla="val 9909"/>
            </a:avLst>
          </a:prstGeom>
          <a:solidFill>
            <a:srgbClr val="E6AC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973;p41"/>
          <p:cNvSpPr txBox="1"/>
          <p:nvPr/>
        </p:nvSpPr>
        <p:spPr>
          <a:xfrm>
            <a:off x="11152869" y="5617412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65%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1" name="Google Shape;974;p41"/>
          <p:cNvSpPr txBox="1"/>
          <p:nvPr/>
        </p:nvSpPr>
        <p:spPr>
          <a:xfrm>
            <a:off x="4128861" y="525153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2" name="Google Shape;975;p41"/>
          <p:cNvSpPr txBox="1"/>
          <p:nvPr/>
        </p:nvSpPr>
        <p:spPr>
          <a:xfrm>
            <a:off x="10713505" y="2767356"/>
            <a:ext cx="5976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66666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sz="1600" b="1">
              <a:solidFill>
                <a:srgbClr val="66666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4" name="Google Shape;1041;p43"/>
          <p:cNvSpPr/>
          <p:nvPr/>
        </p:nvSpPr>
        <p:spPr>
          <a:xfrm>
            <a:off x="6065501" y="4341441"/>
            <a:ext cx="1462707" cy="1462707"/>
          </a:xfrm>
          <a:prstGeom prst="blockArc">
            <a:avLst>
              <a:gd name="adj1" fmla="val 18794549"/>
              <a:gd name="adj2" fmla="val 0"/>
              <a:gd name="adj3" fmla="val 25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15;p43"/>
          <p:cNvSpPr/>
          <p:nvPr/>
        </p:nvSpPr>
        <p:spPr>
          <a:xfrm>
            <a:off x="2470607" y="1629549"/>
            <a:ext cx="1462707" cy="1462707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16;p43"/>
          <p:cNvSpPr/>
          <p:nvPr/>
        </p:nvSpPr>
        <p:spPr>
          <a:xfrm>
            <a:off x="2470607" y="1629549"/>
            <a:ext cx="1462707" cy="1462707"/>
          </a:xfrm>
          <a:prstGeom prst="blockArc">
            <a:avLst>
              <a:gd name="adj1" fmla="val 13091873"/>
              <a:gd name="adj2" fmla="val 0"/>
              <a:gd name="adj3" fmla="val 25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15;p43"/>
          <p:cNvSpPr/>
          <p:nvPr/>
        </p:nvSpPr>
        <p:spPr>
          <a:xfrm rot="4671710">
            <a:off x="7854102" y="-553839"/>
            <a:ext cx="1462707" cy="1462707"/>
          </a:xfrm>
          <a:prstGeom prst="donut">
            <a:avLst>
              <a:gd name="adj" fmla="val 25000"/>
            </a:avLst>
          </a:prstGeom>
          <a:noFill/>
          <a:ln w="2857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16;p43"/>
          <p:cNvSpPr/>
          <p:nvPr/>
        </p:nvSpPr>
        <p:spPr>
          <a:xfrm rot="4671710">
            <a:off x="7854102" y="-553839"/>
            <a:ext cx="1462707" cy="1462707"/>
          </a:xfrm>
          <a:prstGeom prst="blockArc">
            <a:avLst>
              <a:gd name="adj1" fmla="val 13091873"/>
              <a:gd name="adj2" fmla="val 0"/>
              <a:gd name="adj3" fmla="val 25000"/>
            </a:avLst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Pravokutnik 109"/>
          <p:cNvSpPr/>
          <p:nvPr/>
        </p:nvSpPr>
        <p:spPr>
          <a:xfrm>
            <a:off x="3426459" y="1765223"/>
            <a:ext cx="4964982" cy="3182615"/>
          </a:xfrm>
          <a:prstGeom prst="rect">
            <a:avLst/>
          </a:prstGeom>
          <a:solidFill>
            <a:srgbClr val="FBFBFB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62" name="Pravokutnik 61"/>
          <p:cNvSpPr/>
          <p:nvPr/>
        </p:nvSpPr>
        <p:spPr>
          <a:xfrm>
            <a:off x="3478742" y="1958184"/>
            <a:ext cx="49399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r-HR" sz="6000" b="1" dirty="0">
                <a:latin typeface="Arial" panose="020B0604020202020204" pitchFamily="34" charset="0"/>
                <a:cs typeface="Arial" panose="020B0604020202020204" pitchFamily="34" charset="0"/>
              </a:rPr>
              <a:t>METRIKE </a:t>
            </a:r>
          </a:p>
          <a:p>
            <a:pPr algn="ctr"/>
            <a:r>
              <a:rPr lang="hr-HR" sz="6000" b="1" dirty="0">
                <a:latin typeface="Arial" panose="020B0604020202020204" pitchFamily="34" charset="0"/>
                <a:cs typeface="Arial" panose="020B0604020202020204" pitchFamily="34" charset="0"/>
              </a:rPr>
              <a:t>KVALITETE </a:t>
            </a:r>
          </a:p>
          <a:p>
            <a:pPr algn="ctr"/>
            <a:r>
              <a:rPr lang="hr-HR" sz="6000" b="1" dirty="0">
                <a:latin typeface="Arial" panose="020B0604020202020204" pitchFamily="34" charset="0"/>
                <a:cs typeface="Arial" panose="020B0604020202020204" pitchFamily="34" charset="0"/>
              </a:rPr>
              <a:t>KODA</a:t>
            </a:r>
          </a:p>
        </p:txBody>
      </p:sp>
    </p:spTree>
    <p:extLst>
      <p:ext uri="{BB962C8B-B14F-4D97-AF65-F5344CB8AC3E}">
        <p14:creationId xmlns:p14="http://schemas.microsoft.com/office/powerpoint/2010/main" val="3316444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: Shape 237"/>
          <p:cNvSpPr/>
          <p:nvPr/>
        </p:nvSpPr>
        <p:spPr>
          <a:xfrm rot="16200000" flipV="1">
            <a:off x="-114301" y="114299"/>
            <a:ext cx="3162300" cy="2933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03033A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" name="Pravokutnik 3"/>
          <p:cNvSpPr/>
          <p:nvPr/>
        </p:nvSpPr>
        <p:spPr>
          <a:xfrm>
            <a:off x="664066" y="863084"/>
            <a:ext cx="507061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5400" b="1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</a:p>
          <a:p>
            <a:r>
              <a:rPr lang="hr-HR" sz="5400" b="1" dirty="0">
                <a:latin typeface="Arial" panose="020B0604020202020204" pitchFamily="34" charset="0"/>
                <a:cs typeface="Arial" panose="020B0604020202020204" pitchFamily="34" charset="0"/>
              </a:rPr>
              <a:t>	COVERAGE</a:t>
            </a:r>
          </a:p>
        </p:txBody>
      </p:sp>
      <p:sp>
        <p:nvSpPr>
          <p:cNvPr id="55" name="Freeform: Shape 235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6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03033A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2" name="AutoShape 2" descr="blob:https://web.whatsapp.com/f124e0d9-ea55-4606-824f-19aed0ed1b7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sp>
        <p:nvSpPr>
          <p:cNvPr id="3" name="AutoShape 4" descr="blob:https://web.whatsapp.com/f124e0d9-ea55-4606-824f-19aed0ed1b70"/>
          <p:cNvSpPr>
            <a:spLocks noChangeAspect="1" noChangeArrowheads="1"/>
          </p:cNvSpPr>
          <p:nvPr/>
        </p:nvSpPr>
        <p:spPr bwMode="auto">
          <a:xfrm>
            <a:off x="307974" y="7937"/>
            <a:ext cx="2781301" cy="278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4" y="2797186"/>
            <a:ext cx="6373031" cy="2812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658" y="373988"/>
            <a:ext cx="5150224" cy="274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94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235"/>
          <p:cNvSpPr/>
          <p:nvPr/>
        </p:nvSpPr>
        <p:spPr>
          <a:xfrm rot="16200000" flipV="1">
            <a:off x="-114301" y="114299"/>
            <a:ext cx="3162300" cy="2933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4" name="Freeform: Shape 237"/>
          <p:cNvSpPr/>
          <p:nvPr/>
        </p:nvSpPr>
        <p:spPr>
          <a:xfrm rot="16200000" flipV="1">
            <a:off x="-114301" y="114299"/>
            <a:ext cx="3162300" cy="2933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4" name="Pravokutnik 3"/>
          <p:cNvSpPr/>
          <p:nvPr/>
        </p:nvSpPr>
        <p:spPr>
          <a:xfrm>
            <a:off x="2032488" y="421708"/>
            <a:ext cx="77211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r-HR" sz="5400" b="1" dirty="0">
                <a:latin typeface="Arial" panose="020B0604020202020204" pitchFamily="34" charset="0"/>
                <a:cs typeface="Arial" panose="020B0604020202020204" pitchFamily="34" charset="0"/>
              </a:rPr>
              <a:t>CODE COMPLEXITY</a:t>
            </a:r>
          </a:p>
        </p:txBody>
      </p:sp>
      <p:sp>
        <p:nvSpPr>
          <p:cNvPr id="55" name="Freeform: Shape 235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6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7B1E6F5-1DA3-0420-A95A-2CA25893B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757" y="1976271"/>
            <a:ext cx="8814486" cy="439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88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columns&#10;&#10;Description automatically generated with medium confidence">
            <a:extLst>
              <a:ext uri="{FF2B5EF4-FFF2-40B4-BE49-F238E27FC236}">
                <a16:creationId xmlns:a16="http://schemas.microsoft.com/office/drawing/2014/main" id="{C709AC86-64BF-4465-5F2D-64440E725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120"/>
            <a:ext cx="12192000" cy="646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235"/>
          <p:cNvSpPr/>
          <p:nvPr/>
        </p:nvSpPr>
        <p:spPr>
          <a:xfrm rot="16200000" flipV="1">
            <a:off x="-114301" y="114299"/>
            <a:ext cx="3162300" cy="2933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4" name="Freeform: Shape 237"/>
          <p:cNvSpPr/>
          <p:nvPr/>
        </p:nvSpPr>
        <p:spPr>
          <a:xfrm rot="16200000" flipV="1">
            <a:off x="-114301" y="114299"/>
            <a:ext cx="3162300" cy="2933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03033A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5" name="Freeform: Shape 235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6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03033A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5" y="900956"/>
            <a:ext cx="6214236" cy="1485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395"/>
          <a:stretch/>
        </p:blipFill>
        <p:spPr>
          <a:xfrm>
            <a:off x="6531971" y="230835"/>
            <a:ext cx="3188874" cy="2700625"/>
          </a:xfrm>
          <a:prstGeom prst="rect">
            <a:avLst/>
          </a:prstGeom>
          <a:ln w="38100" cap="sq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993" y="3162299"/>
            <a:ext cx="5287513" cy="3417922"/>
          </a:xfrm>
          <a:prstGeom prst="rect">
            <a:avLst/>
          </a:prstGeom>
          <a:ln w="38100" cap="sq">
            <a:solidFill>
              <a:schemeClr val="accent4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0" r="23047"/>
          <a:stretch/>
        </p:blipFill>
        <p:spPr>
          <a:xfrm>
            <a:off x="164877" y="4762873"/>
            <a:ext cx="3900716" cy="1883219"/>
          </a:xfrm>
          <a:prstGeom prst="rect">
            <a:avLst/>
          </a:prstGeom>
          <a:ln w="38100" cap="sq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8" r="14712"/>
          <a:stretch/>
        </p:blipFill>
        <p:spPr>
          <a:xfrm>
            <a:off x="164877" y="2619770"/>
            <a:ext cx="3900717" cy="1909643"/>
          </a:xfrm>
          <a:prstGeom prst="rect">
            <a:avLst/>
          </a:prstGeom>
          <a:ln w="38100" cap="sq">
            <a:solidFill>
              <a:schemeClr val="accent4">
                <a:lumMod val="40000"/>
                <a:lumOff val="6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ravokutnik 3"/>
          <p:cNvSpPr/>
          <p:nvPr/>
        </p:nvSpPr>
        <p:spPr>
          <a:xfrm>
            <a:off x="164877" y="96534"/>
            <a:ext cx="45256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sz="4000" b="1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3161849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/>
          <p:nvPr/>
        </p:nvSpPr>
        <p:spPr>
          <a:xfrm>
            <a:off x="609597" y="548634"/>
            <a:ext cx="5740320" cy="7200637"/>
          </a:xfrm>
          <a:custGeom>
            <a:avLst/>
            <a:gdLst/>
            <a:ahLst/>
            <a:cxnLst/>
            <a:rect l="l" t="t" r="r" b="b"/>
            <a:pathLst>
              <a:path w="68405" h="85807" extrusionOk="0">
                <a:moveTo>
                  <a:pt x="0" y="11543"/>
                </a:moveTo>
                <a:lnTo>
                  <a:pt x="0" y="85807"/>
                </a:lnTo>
                <a:lnTo>
                  <a:pt x="68405" y="85807"/>
                </a:lnTo>
                <a:lnTo>
                  <a:pt x="68405" y="0"/>
                </a:lnTo>
                <a:lnTo>
                  <a:pt x="11566" y="18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6349859" y="1323601"/>
            <a:ext cx="5481933" cy="420791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r"/>
            <a:r>
              <a:rPr lang="hr-HR" sz="4400" b="1" dirty="0">
                <a:latin typeface="Arial" panose="020B0604020202020204" pitchFamily="34" charset="0"/>
                <a:cs typeface="Arial" panose="020B0604020202020204" pitchFamily="34" charset="0"/>
              </a:rPr>
              <a:t>METRIKE PRODUKTIVNOSTI I PROGRESA </a:t>
            </a:r>
          </a:p>
        </p:txBody>
      </p:sp>
      <p:sp>
        <p:nvSpPr>
          <p:cNvPr id="58" name="Google Shape;58;p15"/>
          <p:cNvSpPr/>
          <p:nvPr/>
        </p:nvSpPr>
        <p:spPr>
          <a:xfrm>
            <a:off x="609598" y="548634"/>
            <a:ext cx="968657" cy="968657"/>
          </a:xfrm>
          <a:custGeom>
            <a:avLst/>
            <a:gdLst/>
            <a:ahLst/>
            <a:cxnLst/>
            <a:rect l="l" t="t" r="r" b="b"/>
            <a:pathLst>
              <a:path w="11367" h="11367" extrusionOk="0">
                <a:moveTo>
                  <a:pt x="0" y="11367"/>
                </a:moveTo>
                <a:lnTo>
                  <a:pt x="11367" y="0"/>
                </a:lnTo>
                <a:lnTo>
                  <a:pt x="11367" y="11367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>
            <a:outerShdw blurRad="71438" dist="19050" dir="264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Google Shape;59;p15"/>
          <p:cNvSpPr/>
          <p:nvPr/>
        </p:nvSpPr>
        <p:spPr>
          <a:xfrm>
            <a:off x="2260000" y="1323601"/>
            <a:ext cx="1223616" cy="1223596"/>
          </a:xfrm>
          <a:custGeom>
            <a:avLst/>
            <a:gdLst/>
            <a:ahLst/>
            <a:cxnLst/>
            <a:rect l="l" t="t" r="r" b="b"/>
            <a:pathLst>
              <a:path w="59991" h="59990" extrusionOk="0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0" name="Google Shape;60;p15"/>
          <p:cNvSpPr/>
          <p:nvPr/>
        </p:nvSpPr>
        <p:spPr>
          <a:xfrm>
            <a:off x="3475882" y="1323601"/>
            <a:ext cx="1223596" cy="1223596"/>
          </a:xfrm>
          <a:custGeom>
            <a:avLst/>
            <a:gdLst/>
            <a:ahLst/>
            <a:cxnLst/>
            <a:rect l="l" t="t" r="r" b="b"/>
            <a:pathLst>
              <a:path w="59990" h="59990" extrusionOk="0">
                <a:moveTo>
                  <a:pt x="0" y="0"/>
                </a:moveTo>
                <a:lnTo>
                  <a:pt x="0" y="37693"/>
                </a:lnTo>
                <a:cubicBezTo>
                  <a:pt x="12298" y="37693"/>
                  <a:pt x="22196" y="47691"/>
                  <a:pt x="22196" y="59989"/>
                </a:cubicBezTo>
                <a:lnTo>
                  <a:pt x="59990" y="59989"/>
                </a:lnTo>
                <a:cubicBezTo>
                  <a:pt x="59990" y="26870"/>
                  <a:pt x="33119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1" name="Google Shape;61;p15"/>
          <p:cNvSpPr/>
          <p:nvPr/>
        </p:nvSpPr>
        <p:spPr>
          <a:xfrm>
            <a:off x="2260000" y="2539458"/>
            <a:ext cx="1223616" cy="1221556"/>
          </a:xfrm>
          <a:custGeom>
            <a:avLst/>
            <a:gdLst/>
            <a:ahLst/>
            <a:cxnLst/>
            <a:rect l="l" t="t" r="r" b="b"/>
            <a:pathLst>
              <a:path w="59991" h="59890" extrusionOk="0">
                <a:moveTo>
                  <a:pt x="1" y="0"/>
                </a:moveTo>
                <a:cubicBezTo>
                  <a:pt x="1" y="33019"/>
                  <a:pt x="26871" y="59889"/>
                  <a:pt x="59990" y="59889"/>
                </a:cubicBezTo>
                <a:lnTo>
                  <a:pt x="59990" y="22196"/>
                </a:lnTo>
                <a:cubicBezTo>
                  <a:pt x="47717" y="22196"/>
                  <a:pt x="37819" y="12198"/>
                  <a:pt x="37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2" name="Google Shape;62;p15"/>
          <p:cNvSpPr/>
          <p:nvPr/>
        </p:nvSpPr>
        <p:spPr>
          <a:xfrm>
            <a:off x="3475882" y="2539458"/>
            <a:ext cx="1223596" cy="1221556"/>
          </a:xfrm>
          <a:custGeom>
            <a:avLst/>
            <a:gdLst/>
            <a:ahLst/>
            <a:cxnLst/>
            <a:rect l="l" t="t" r="r" b="b"/>
            <a:pathLst>
              <a:path w="59990" h="59890" extrusionOk="0">
                <a:moveTo>
                  <a:pt x="22196" y="0"/>
                </a:moveTo>
                <a:cubicBezTo>
                  <a:pt x="22196" y="12198"/>
                  <a:pt x="12298" y="22196"/>
                  <a:pt x="0" y="22196"/>
                </a:cubicBezTo>
                <a:lnTo>
                  <a:pt x="0" y="59889"/>
                </a:lnTo>
                <a:cubicBezTo>
                  <a:pt x="33119" y="59889"/>
                  <a:pt x="59990" y="33019"/>
                  <a:pt x="599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3" name="Google Shape;63;p15"/>
          <p:cNvSpPr/>
          <p:nvPr/>
        </p:nvSpPr>
        <p:spPr>
          <a:xfrm flipH="1">
            <a:off x="4252250" y="4605603"/>
            <a:ext cx="447217" cy="1307256"/>
          </a:xfrm>
          <a:custGeom>
            <a:avLst/>
            <a:gdLst/>
            <a:ahLst/>
            <a:cxnLst/>
            <a:rect l="l" t="t" r="r" b="b"/>
            <a:pathLst>
              <a:path w="2302" h="14545" extrusionOk="0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4" name="Google Shape;64;p15"/>
          <p:cNvSpPr/>
          <p:nvPr/>
        </p:nvSpPr>
        <p:spPr>
          <a:xfrm flipH="1">
            <a:off x="3588154" y="4200469"/>
            <a:ext cx="447220" cy="1712387"/>
          </a:xfrm>
          <a:custGeom>
            <a:avLst/>
            <a:gdLst/>
            <a:ahLst/>
            <a:cxnLst/>
            <a:rect l="l" t="t" r="r" b="b"/>
            <a:pathLst>
              <a:path w="2303" h="15812" extrusionOk="0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FF8817"/>
              </a:solidFill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924082" y="5086399"/>
            <a:ext cx="447220" cy="823152"/>
          </a:xfrm>
          <a:custGeom>
            <a:avLst/>
            <a:gdLst/>
            <a:ahLst/>
            <a:cxnLst/>
            <a:rect l="l" t="t" r="r" b="b"/>
            <a:pathLst>
              <a:path w="2303" h="11209" extrusionOk="0">
                <a:moveTo>
                  <a:pt x="1" y="0"/>
                </a:moveTo>
                <a:lnTo>
                  <a:pt x="1" y="11208"/>
                </a:lnTo>
                <a:lnTo>
                  <a:pt x="2302" y="11208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6" name="Google Shape;66;p15"/>
          <p:cNvSpPr/>
          <p:nvPr/>
        </p:nvSpPr>
        <p:spPr>
          <a:xfrm flipH="1">
            <a:off x="2260001" y="4746641"/>
            <a:ext cx="447220" cy="1166121"/>
          </a:xfrm>
          <a:custGeom>
            <a:avLst/>
            <a:gdLst/>
            <a:ahLst/>
            <a:cxnLst/>
            <a:rect l="l" t="t" r="r" b="b"/>
            <a:pathLst>
              <a:path w="2303" h="14545" extrusionOk="0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92130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17;p18"/>
          <p:cNvSpPr/>
          <p:nvPr/>
        </p:nvSpPr>
        <p:spPr>
          <a:xfrm rot="4149173">
            <a:off x="-1071535" y="-791980"/>
            <a:ext cx="3624800" cy="3624800"/>
          </a:xfrm>
          <a:prstGeom prst="blockArc">
            <a:avLst>
              <a:gd name="adj1" fmla="val 10781007"/>
              <a:gd name="adj2" fmla="val 6367446"/>
              <a:gd name="adj3" fmla="val 10626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7" name="Google Shape;218;p18"/>
          <p:cNvSpPr/>
          <p:nvPr/>
        </p:nvSpPr>
        <p:spPr>
          <a:xfrm rot="6547315">
            <a:off x="-689517" y="-409988"/>
            <a:ext cx="2860400" cy="2860400"/>
          </a:xfrm>
          <a:prstGeom prst="blockArc">
            <a:avLst>
              <a:gd name="adj1" fmla="val 10800000"/>
              <a:gd name="adj2" fmla="val 2576230"/>
              <a:gd name="adj3" fmla="val 1221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8" name="Google Shape;219;p18"/>
          <p:cNvSpPr/>
          <p:nvPr/>
        </p:nvSpPr>
        <p:spPr>
          <a:xfrm rot="2900450">
            <a:off x="-1448801" y="-1169027"/>
            <a:ext cx="4379200" cy="4379200"/>
          </a:xfrm>
          <a:prstGeom prst="blockArc">
            <a:avLst>
              <a:gd name="adj1" fmla="val 10779009"/>
              <a:gd name="adj2" fmla="val 8852557"/>
              <a:gd name="adj3" fmla="val 876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4" name="Google Shape;217;p18"/>
          <p:cNvSpPr/>
          <p:nvPr/>
        </p:nvSpPr>
        <p:spPr>
          <a:xfrm rot="16200000">
            <a:off x="9274703" y="4187497"/>
            <a:ext cx="3624800" cy="3624800"/>
          </a:xfrm>
          <a:prstGeom prst="blockArc">
            <a:avLst>
              <a:gd name="adj1" fmla="val 10781007"/>
              <a:gd name="adj2" fmla="val 6367446"/>
              <a:gd name="adj3" fmla="val 10626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5" name="Google Shape;218;p18"/>
          <p:cNvSpPr/>
          <p:nvPr/>
        </p:nvSpPr>
        <p:spPr>
          <a:xfrm rot="18598142">
            <a:off x="9656720" y="4569489"/>
            <a:ext cx="2860400" cy="2860400"/>
          </a:xfrm>
          <a:prstGeom prst="blockArc">
            <a:avLst>
              <a:gd name="adj1" fmla="val 10800000"/>
              <a:gd name="adj2" fmla="val 2576230"/>
              <a:gd name="adj3" fmla="val 12216"/>
            </a:avLst>
          </a:prstGeom>
          <a:solidFill>
            <a:schemeClr val="accent1">
              <a:lumMod val="60000"/>
              <a:lumOff val="40000"/>
            </a:schemeClr>
          </a:solidFill>
          <a:ln w="9525" cap="flat" cmpd="sng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6" name="Google Shape;219;p18"/>
          <p:cNvSpPr/>
          <p:nvPr/>
        </p:nvSpPr>
        <p:spPr>
          <a:xfrm rot="14951277">
            <a:off x="8897435" y="3810452"/>
            <a:ext cx="4379200" cy="4379200"/>
          </a:xfrm>
          <a:prstGeom prst="blockArc">
            <a:avLst>
              <a:gd name="adj1" fmla="val 10779009"/>
              <a:gd name="adj2" fmla="val 8852557"/>
              <a:gd name="adj3" fmla="val 8766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48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48" name="Slika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24" y="2265333"/>
            <a:ext cx="7947606" cy="4205287"/>
          </a:xfrm>
          <a:prstGeom prst="rect">
            <a:avLst/>
          </a:prstGeom>
        </p:spPr>
      </p:pic>
      <p:sp>
        <p:nvSpPr>
          <p:cNvPr id="2" name="Pravokutnik 1"/>
          <p:cNvSpPr/>
          <p:nvPr/>
        </p:nvSpPr>
        <p:spPr>
          <a:xfrm>
            <a:off x="4350864" y="548194"/>
            <a:ext cx="726352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3200" b="1" dirty="0">
                <a:latin typeface="Arial" panose="020B0604020202020204" pitchFamily="34" charset="0"/>
                <a:cs typeface="Arial" panose="020B0604020202020204" pitchFamily="34" charset="0"/>
              </a:rPr>
              <a:t>DIJAGRAM NAPRETKA </a:t>
            </a:r>
          </a:p>
          <a:p>
            <a:r>
              <a:rPr lang="hr-HR" sz="3200" b="1" dirty="0">
                <a:latin typeface="Arial" panose="020B0604020202020204" pitchFamily="34" charset="0"/>
                <a:cs typeface="Arial" panose="020B0604020202020204" pitchFamily="34" charset="0"/>
              </a:rPr>
              <a:t>			(BURNDOWN CHART)</a:t>
            </a:r>
          </a:p>
        </p:txBody>
      </p:sp>
    </p:spTree>
    <p:extLst>
      <p:ext uri="{BB962C8B-B14F-4D97-AF65-F5344CB8AC3E}">
        <p14:creationId xmlns:p14="http://schemas.microsoft.com/office/powerpoint/2010/main" val="3152438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avokutnik 2"/>
          <p:cNvSpPr/>
          <p:nvPr/>
        </p:nvSpPr>
        <p:spPr>
          <a:xfrm>
            <a:off x="770467" y="2269067"/>
            <a:ext cx="2963334" cy="4002141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grpSp>
        <p:nvGrpSpPr>
          <p:cNvPr id="516" name="Group 221"/>
          <p:cNvGrpSpPr/>
          <p:nvPr/>
        </p:nvGrpSpPr>
        <p:grpSpPr>
          <a:xfrm>
            <a:off x="2" y="247168"/>
            <a:ext cx="1861855" cy="717515"/>
            <a:chOff x="0" y="0"/>
            <a:chExt cx="1861853" cy="717514"/>
          </a:xfrm>
        </p:grpSpPr>
        <p:grpSp>
          <p:nvGrpSpPr>
            <p:cNvPr id="512" name="Group 222"/>
            <p:cNvGrpSpPr/>
            <p:nvPr/>
          </p:nvGrpSpPr>
          <p:grpSpPr>
            <a:xfrm>
              <a:off x="0" y="0"/>
              <a:ext cx="1861855" cy="717515"/>
              <a:chOff x="0" y="0"/>
              <a:chExt cx="1861853" cy="717514"/>
            </a:xfrm>
          </p:grpSpPr>
          <p:sp>
            <p:nvSpPr>
              <p:cNvPr id="510" name="Freeform: Shape 226"/>
              <p:cNvSpPr/>
              <p:nvPr/>
            </p:nvSpPr>
            <p:spPr>
              <a:xfrm>
                <a:off x="0" y="-1"/>
                <a:ext cx="1861855" cy="277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37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51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  <p:sp>
            <p:nvSpPr>
              <p:cNvPr id="511" name="Freeform: Shape 227"/>
              <p:cNvSpPr/>
              <p:nvPr/>
            </p:nvSpPr>
            <p:spPr>
              <a:xfrm>
                <a:off x="0" y="439735"/>
                <a:ext cx="1861855" cy="277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56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66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</p:grpSp>
        <p:grpSp>
          <p:nvGrpSpPr>
            <p:cNvPr id="515" name="Group 223"/>
            <p:cNvGrpSpPr/>
            <p:nvPr/>
          </p:nvGrpSpPr>
          <p:grpSpPr>
            <a:xfrm>
              <a:off x="0" y="0"/>
              <a:ext cx="1861855" cy="717515"/>
              <a:chOff x="0" y="0"/>
              <a:chExt cx="1861853" cy="717514"/>
            </a:xfrm>
          </p:grpSpPr>
          <p:sp>
            <p:nvSpPr>
              <p:cNvPr id="513" name="Freeform: Shape 224"/>
              <p:cNvSpPr/>
              <p:nvPr/>
            </p:nvSpPr>
            <p:spPr>
              <a:xfrm>
                <a:off x="0" y="-1"/>
                <a:ext cx="1861855" cy="277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37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51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  <p:sp>
            <p:nvSpPr>
              <p:cNvPr id="514" name="Freeform: Shape 225"/>
              <p:cNvSpPr/>
              <p:nvPr/>
            </p:nvSpPr>
            <p:spPr>
              <a:xfrm>
                <a:off x="0" y="439735"/>
                <a:ext cx="1861855" cy="2777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4" y="0"/>
                    </a:moveTo>
                    <a:lnTo>
                      <a:pt x="4864" y="18566"/>
                    </a:lnTo>
                    <a:lnTo>
                      <a:pt x="7633" y="0"/>
                    </a:lnTo>
                    <a:lnTo>
                      <a:pt x="10403" y="18566"/>
                    </a:lnTo>
                    <a:lnTo>
                      <a:pt x="13176" y="0"/>
                    </a:lnTo>
                    <a:lnTo>
                      <a:pt x="15946" y="18566"/>
                    </a:lnTo>
                    <a:lnTo>
                      <a:pt x="18716" y="0"/>
                    </a:lnTo>
                    <a:lnTo>
                      <a:pt x="21600" y="19329"/>
                    </a:lnTo>
                    <a:lnTo>
                      <a:pt x="21375" y="20856"/>
                    </a:lnTo>
                    <a:lnTo>
                      <a:pt x="18716" y="3034"/>
                    </a:lnTo>
                    <a:lnTo>
                      <a:pt x="15946" y="21600"/>
                    </a:lnTo>
                    <a:lnTo>
                      <a:pt x="13176" y="3034"/>
                    </a:lnTo>
                    <a:lnTo>
                      <a:pt x="10403" y="21600"/>
                    </a:lnTo>
                    <a:lnTo>
                      <a:pt x="7633" y="3034"/>
                    </a:lnTo>
                    <a:lnTo>
                      <a:pt x="4864" y="21600"/>
                    </a:lnTo>
                    <a:lnTo>
                      <a:pt x="2094" y="3034"/>
                    </a:lnTo>
                    <a:lnTo>
                      <a:pt x="0" y="17066"/>
                    </a:lnTo>
                    <a:lnTo>
                      <a:pt x="0" y="14032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FFFFFF"/>
                    </a:solidFill>
                  </a:defRPr>
                </a:pPr>
                <a:endParaRPr sz="1400"/>
              </a:p>
            </p:txBody>
          </p:sp>
        </p:grpSp>
      </p:grpSp>
      <p:sp>
        <p:nvSpPr>
          <p:cNvPr id="523" name="Freeform: Shape 235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sp>
        <p:nvSpPr>
          <p:cNvPr id="524" name="Freeform: Shape 237"/>
          <p:cNvSpPr/>
          <p:nvPr/>
        </p:nvSpPr>
        <p:spPr>
          <a:xfrm flipV="1">
            <a:off x="10790117" y="-1"/>
            <a:ext cx="1401883" cy="1345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68" y="0"/>
                </a:moveTo>
                <a:cubicBezTo>
                  <a:pt x="17180" y="0"/>
                  <a:pt x="18735" y="255"/>
                  <a:pt x="20197" y="729"/>
                </a:cubicBezTo>
                <a:lnTo>
                  <a:pt x="21600" y="1265"/>
                </a:lnTo>
                <a:lnTo>
                  <a:pt x="21600" y="21600"/>
                </a:lnTo>
                <a:lnTo>
                  <a:pt x="893" y="21600"/>
                </a:lnTo>
                <a:lnTo>
                  <a:pt x="700" y="21051"/>
                </a:lnTo>
                <a:cubicBezTo>
                  <a:pt x="245" y="19526"/>
                  <a:pt x="0" y="17906"/>
                  <a:pt x="0" y="16226"/>
                </a:cubicBezTo>
                <a:cubicBezTo>
                  <a:pt x="0" y="7264"/>
                  <a:pt x="6970" y="0"/>
                  <a:pt x="15568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400"/>
          </a:p>
        </p:txBody>
      </p:sp>
      <p:grpSp>
        <p:nvGrpSpPr>
          <p:cNvPr id="532" name="Graphic 185"/>
          <p:cNvGrpSpPr/>
          <p:nvPr/>
        </p:nvGrpSpPr>
        <p:grpSpPr>
          <a:xfrm>
            <a:off x="10503907" y="5801515"/>
            <a:ext cx="1054469" cy="469692"/>
            <a:chOff x="0" y="0"/>
            <a:chExt cx="1054467" cy="469690"/>
          </a:xfrm>
        </p:grpSpPr>
        <p:sp>
          <p:nvSpPr>
            <p:cNvPr id="527" name="Freeform: Shape 244"/>
            <p:cNvSpPr/>
            <p:nvPr/>
          </p:nvSpPr>
          <p:spPr>
            <a:xfrm>
              <a:off x="-1" y="-1"/>
              <a:ext cx="355273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28" name="Freeform: Shape 245"/>
            <p:cNvSpPr/>
            <p:nvPr/>
          </p:nvSpPr>
          <p:spPr>
            <a:xfrm>
              <a:off x="1747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1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29" name="Freeform: Shape 246"/>
            <p:cNvSpPr/>
            <p:nvPr/>
          </p:nvSpPr>
          <p:spPr>
            <a:xfrm>
              <a:off x="349597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0" name="Freeform: Shape 247"/>
            <p:cNvSpPr/>
            <p:nvPr/>
          </p:nvSpPr>
          <p:spPr>
            <a:xfrm>
              <a:off x="524398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  <p:sp>
          <p:nvSpPr>
            <p:cNvPr id="531" name="Freeform: Shape 248"/>
            <p:cNvSpPr/>
            <p:nvPr/>
          </p:nvSpPr>
          <p:spPr>
            <a:xfrm>
              <a:off x="699196" y="-1"/>
              <a:ext cx="355272" cy="46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01" y="21600"/>
                  </a:moveTo>
                  <a:lnTo>
                    <a:pt x="0" y="21600"/>
                  </a:lnTo>
                  <a:lnTo>
                    <a:pt x="19389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 sz="1400"/>
            </a:p>
          </p:txBody>
        </p:sp>
      </p:grpSp>
      <p:sp>
        <p:nvSpPr>
          <p:cNvPr id="2" name="TekstniOkvir 1"/>
          <p:cNvSpPr txBox="1"/>
          <p:nvPr/>
        </p:nvSpPr>
        <p:spPr>
          <a:xfrm>
            <a:off x="855029" y="2359684"/>
            <a:ext cx="2963335" cy="40021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US1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: Prijava i registracija korisnika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US2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:Dodavanje novih recenzija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US3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: Pregled vlastitih recenzija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US4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: Brisanje recenzije</a:t>
            </a:r>
          </a:p>
          <a:p>
            <a:endParaRPr lang="hr-H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US5</a:t>
            </a: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: Pretraživanje recenzija po kategorijama</a:t>
            </a:r>
          </a:p>
          <a:p>
            <a:endParaRPr lang="hr-HR" dirty="0"/>
          </a:p>
        </p:txBody>
      </p:sp>
      <p:graphicFrame>
        <p:nvGraphicFramePr>
          <p:cNvPr id="27" name="Grafikon 2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1619223"/>
              </p:ext>
            </p:extLst>
          </p:nvPr>
        </p:nvGraphicFramePr>
        <p:xfrm>
          <a:off x="5283200" y="2269067"/>
          <a:ext cx="6100378" cy="4002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Pravokutnik 3"/>
          <p:cNvSpPr/>
          <p:nvPr/>
        </p:nvSpPr>
        <p:spPr>
          <a:xfrm>
            <a:off x="4370664" y="287185"/>
            <a:ext cx="57724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r-HR" sz="3200" b="1" dirty="0">
                <a:latin typeface="Arial" panose="020B0604020202020204" pitchFamily="34" charset="0"/>
                <a:cs typeface="Arial" panose="020B0604020202020204" pitchFamily="34" charset="0"/>
              </a:rPr>
              <a:t>TIJEK KORISNIČKIH PRIČA </a:t>
            </a:r>
          </a:p>
          <a:p>
            <a:r>
              <a:rPr lang="hr-HR" sz="3200" b="1" dirty="0">
                <a:latin typeface="Arial" panose="020B0604020202020204" pitchFamily="34" charset="0"/>
                <a:cs typeface="Arial" panose="020B0604020202020204" pitchFamily="34" charset="0"/>
              </a:rPr>
              <a:t>	(USER STORY FLOW)</a:t>
            </a:r>
          </a:p>
        </p:txBody>
      </p:sp>
    </p:spTree>
    <p:extLst>
      <p:ext uri="{BB962C8B-B14F-4D97-AF65-F5344CB8AC3E}">
        <p14:creationId xmlns:p14="http://schemas.microsoft.com/office/powerpoint/2010/main" val="25125934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utnik 6"/>
          <p:cNvSpPr/>
          <p:nvPr/>
        </p:nvSpPr>
        <p:spPr>
          <a:xfrm>
            <a:off x="144440" y="213268"/>
            <a:ext cx="627870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DOVRŠENOST PRODUKTA</a:t>
            </a:r>
          </a:p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		 (WORKING SOFTWARE)</a:t>
            </a:r>
          </a:p>
        </p:txBody>
      </p:sp>
      <p:pic>
        <p:nvPicPr>
          <p:cNvPr id="2" name="Slika 1"/>
          <p:cNvPicPr>
            <a:picLocks noChangeAspect="1"/>
          </p:cNvPicPr>
          <p:nvPr/>
        </p:nvPicPr>
        <p:blipFill rotWithShape="1">
          <a:blip r:embed="rId3"/>
          <a:srcRect b="23376"/>
          <a:stretch/>
        </p:blipFill>
        <p:spPr>
          <a:xfrm>
            <a:off x="1100462" y="2176854"/>
            <a:ext cx="9892278" cy="2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98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Title 9"/>
          <p:cNvSpPr>
            <a:spLocks noGrp="1"/>
          </p:cNvSpPr>
          <p:nvPr>
            <p:ph type="title" idx="8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21" y="928261"/>
            <a:ext cx="8617627" cy="4971293"/>
          </a:xfrm>
          <a:prstGeom prst="rect">
            <a:avLst/>
          </a:prstGeom>
        </p:spPr>
      </p:pic>
      <p:sp>
        <p:nvSpPr>
          <p:cNvPr id="17" name="Pravokutnik 6"/>
          <p:cNvSpPr/>
          <p:nvPr/>
        </p:nvSpPr>
        <p:spPr>
          <a:xfrm>
            <a:off x="239267" y="2813742"/>
            <a:ext cx="280923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sz="3600" b="1" dirty="0"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</a:p>
          <a:p>
            <a:r>
              <a:rPr lang="hr-HR" sz="3600" b="1" dirty="0">
                <a:latin typeface="Arial" panose="020B0604020202020204" pitchFamily="34" charset="0"/>
                <a:cs typeface="Arial" panose="020B0604020202020204" pitchFamily="34" charset="0"/>
              </a:rPr>
              <a:t>STATISTIKE</a:t>
            </a:r>
          </a:p>
        </p:txBody>
      </p:sp>
    </p:spTree>
    <p:extLst>
      <p:ext uri="{BB962C8B-B14F-4D97-AF65-F5344CB8AC3E}">
        <p14:creationId xmlns:p14="http://schemas.microsoft.com/office/powerpoint/2010/main" val="573644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ka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771" y="605330"/>
            <a:ext cx="4503227" cy="3005848"/>
          </a:xfrm>
          <a:prstGeom prst="rect">
            <a:avLst/>
          </a:prstGeom>
          <a:ln w="38100" cap="sq">
            <a:solidFill>
              <a:srgbClr val="FEF4E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Naslov 1"/>
          <p:cNvSpPr txBox="1">
            <a:spLocks/>
          </p:cNvSpPr>
          <p:nvPr/>
        </p:nvSpPr>
        <p:spPr>
          <a:xfrm>
            <a:off x="322198" y="-1"/>
            <a:ext cx="4207008" cy="1633759"/>
          </a:xfrm>
          <a:prstGeom prst="rect">
            <a:avLst/>
          </a:prstGeom>
        </p:spPr>
        <p:txBody>
          <a:bodyPr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hr-HR" sz="3600" b="1" dirty="0"/>
              <a:t>GRAF </a:t>
            </a:r>
          </a:p>
          <a:p>
            <a:r>
              <a:rPr lang="hr-HR" sz="3600" b="1" dirty="0"/>
              <a:t>KOMPETENCIJA</a:t>
            </a:r>
          </a:p>
        </p:txBody>
      </p:sp>
      <p:pic>
        <p:nvPicPr>
          <p:cNvPr id="24" name="Rezervirano mjesto sadržaja 5" descr="Rezervirano mjesto sadržaja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398" y="1818425"/>
            <a:ext cx="4356675" cy="2836625"/>
          </a:xfrm>
          <a:prstGeom prst="rect">
            <a:avLst/>
          </a:prstGeom>
          <a:ln w="38100" cap="sq">
            <a:solidFill>
              <a:srgbClr val="FEF4E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Pravokutnik 15"/>
          <p:cNvSpPr/>
          <p:nvPr/>
        </p:nvSpPr>
        <p:spPr>
          <a:xfrm>
            <a:off x="1871704" y="32331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dirty="0"/>
              <a:t>Tjedan 08</a:t>
            </a:r>
          </a:p>
        </p:txBody>
      </p:sp>
      <p:sp>
        <p:nvSpPr>
          <p:cNvPr id="17" name="Pravokutnik 16"/>
          <p:cNvSpPr/>
          <p:nvPr/>
        </p:nvSpPr>
        <p:spPr>
          <a:xfrm>
            <a:off x="5650820" y="483971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dirty="0"/>
              <a:t>Tjedan 12</a:t>
            </a:r>
          </a:p>
        </p:txBody>
      </p:sp>
      <p:sp>
        <p:nvSpPr>
          <p:cNvPr id="18" name="Pravokutnik 17"/>
          <p:cNvSpPr/>
          <p:nvPr/>
        </p:nvSpPr>
        <p:spPr>
          <a:xfrm>
            <a:off x="9386386" y="23599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r-HR" dirty="0"/>
              <a:t>Tjedan 15</a:t>
            </a:r>
          </a:p>
        </p:txBody>
      </p:sp>
      <p:pic>
        <p:nvPicPr>
          <p:cNvPr id="23" name="Rezervirano mjesto sadržaja 6" descr="Rezervirano mjesto sadržaja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1991" y="3787168"/>
            <a:ext cx="4966302" cy="3070831"/>
          </a:xfrm>
          <a:prstGeom prst="rect">
            <a:avLst/>
          </a:prstGeom>
          <a:ln w="38100" cap="sq">
            <a:solidFill>
              <a:srgbClr val="FEF4E5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5187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746</Words>
  <Application>Microsoft Office PowerPoint</Application>
  <PresentationFormat>Widescreen</PresentationFormat>
  <Paragraphs>224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Baloo 2 Medium</vt:lpstr>
      <vt:lpstr>Balsamiq Sans</vt:lpstr>
      <vt:lpstr>Bebas Neue</vt:lpstr>
      <vt:lpstr>Calibri</vt:lpstr>
      <vt:lpstr>Calibri Light</vt:lpstr>
      <vt:lpstr>Courier New</vt:lpstr>
      <vt:lpstr>Fira Sans Extra Condensed</vt:lpstr>
      <vt:lpstr>Fira Sans Extra Condensed Medium</vt:lpstr>
      <vt:lpstr>Lato Light</vt:lpstr>
      <vt:lpstr>Times New Roman</vt:lpstr>
      <vt:lpstr>Tema sustava Office</vt:lpstr>
      <vt:lpstr>Aplikacija za recenzije putovanja</vt:lpstr>
      <vt:lpstr>SADRŽAJ</vt:lpstr>
      <vt:lpstr>OSNOVNE FUNKCIONALNOSTI</vt:lpstr>
      <vt:lpstr>OSNOVNE FUNKCIONALNOSTI</vt:lpstr>
      <vt:lpstr>User story</vt:lpstr>
      <vt:lpstr>Prošli demo</vt:lpstr>
      <vt:lpstr>Što je napravljeno od prošlog demoa </vt:lpstr>
      <vt:lpstr>PowerPoint Presentation</vt:lpstr>
      <vt:lpstr>PowerPoint Presentation</vt:lpstr>
      <vt:lpstr>PROBLEMI NA KOJE  JE TIM NAIŠAO</vt:lpstr>
      <vt:lpstr>PowerPoint Presentation</vt:lpstr>
      <vt:lpstr>Backend testiranja</vt:lpstr>
      <vt:lpstr>Frontend testiranja</vt:lpstr>
      <vt:lpstr>Testiranja cijele aplikacije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METRIKE PRODUKTIVNOSTI I PROGRESA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Aplikacija za recenzije putovanja</dc:title>
  <dc:creator>Microsoftov račun</dc:creator>
  <cp:lastModifiedBy>Ivan Deni Čotić</cp:lastModifiedBy>
  <cp:revision>191</cp:revision>
  <dcterms:created xsi:type="dcterms:W3CDTF">2025-01-20T20:14:01Z</dcterms:created>
  <dcterms:modified xsi:type="dcterms:W3CDTF">2025-01-27T23:03:03Z</dcterms:modified>
</cp:coreProperties>
</file>